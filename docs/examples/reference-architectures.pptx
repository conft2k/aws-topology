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1531203" cy="5674784"/>
            <a:chOff x="750755" y="956733"/>
            <a:chExt cx="11531203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37833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778000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3449433" cy="5706533"/>
            <a:chOff x="242755" y="935567"/>
            <a:chExt cx="13449433" cy="57065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Oval 83"/>
            <p:cNvSpPr/>
            <p:nvPr/>
          </p:nvSpPr>
          <p:spPr>
            <a:xfrm>
              <a:off x="1714500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713177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010833" y="6286500"/>
              <a:ext cx="2547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7" name="Oval 86"/>
            <p:cNvSpPr/>
            <p:nvPr/>
          </p:nvSpPr>
          <p:spPr>
            <a:xfrm>
              <a:off x="406823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06691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364567" y="628650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0" name="Oval 89"/>
            <p:cNvSpPr/>
            <p:nvPr/>
          </p:nvSpPr>
          <p:spPr>
            <a:xfrm>
              <a:off x="556048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55916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856817" y="6286500"/>
              <a:ext cx="3738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8923867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922544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220200" y="628650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714500" y="6477000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2167" y="1083733"/>
            <a:ext cx="13337646" cy="5526617"/>
            <a:chOff x="402167" y="1083733"/>
            <a:chExt cx="13337646" cy="5526617"/>
          </a:xfrm>
        </p:grpSpPr>
        <p:sp>
          <p:nvSpPr>
            <p:cNvPr id="4" name="Rectangle 3"/>
            <p:cNvSpPr/>
            <p:nvPr/>
          </p:nvSpPr>
          <p:spPr>
            <a:xfrm>
              <a:off x="402167" y="2988733"/>
              <a:ext cx="1820333" cy="1397000"/>
            </a:xfrm>
            <a:prstGeom prst="rect">
              <a:avLst/>
            </a:prstGeom>
            <a:noFill/>
            <a:ln w="2116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2988733"/>
              <a:ext cx="254000" cy="254000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40833" y="3038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8333" y="3348567"/>
              <a:ext cx="508000" cy="508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23333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646" y="4095750"/>
              <a:ext cx="13493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82333" y="3348567"/>
              <a:ext cx="508000" cy="508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4792" y="3906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8667" y="3602567"/>
              <a:ext cx="931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2667" y="3602567"/>
              <a:ext cx="529166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5469" y="3386667"/>
              <a:ext cx="563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4167" y="33485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9167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4500" y="3602567"/>
              <a:ext cx="1820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2500" y="1083733"/>
              <a:ext cx="7027333" cy="4931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2500" y="1083733"/>
              <a:ext cx="338667" cy="33866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7000" y="1165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4167" y="1507067"/>
              <a:ext cx="3048000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4167" y="15070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833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67" y="3348567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1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1930400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896" y="24881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1930400"/>
              <a:ext cx="508000" cy="508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625" y="2488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4766733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5557" y="5324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47667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625" y="5324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6167" y="2882900"/>
              <a:ext cx="529166" cy="423333"/>
            </a:xfrm>
            <a:custGeom>
              <a:avLst/>
              <a:gdLst/>
              <a:ahLst/>
              <a:cxnLst/>
              <a:rect l="l" t="t" r="r" b="b"/>
              <a:pathLst>
                <a:path w="529166" h="423333">
                  <a:moveTo>
                    <a:pt x="529166" y="423333"/>
                  </a:moveTo>
                  <a:lnTo>
                    <a:pt x="529166" y="211667"/>
                  </a:lnTo>
                  <a:lnTo>
                    <a:pt x="0" y="211667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000" y="2882900"/>
              <a:ext cx="529167" cy="423333"/>
            </a:xfrm>
            <a:custGeom>
              <a:avLst/>
              <a:gdLst/>
              <a:ahLst/>
              <a:cxnLst/>
              <a:rect l="l" t="t" r="r" b="b"/>
              <a:pathLst>
                <a:path w="529167" h="423333">
                  <a:moveTo>
                    <a:pt x="0" y="423333"/>
                  </a:moveTo>
                  <a:lnTo>
                    <a:pt x="0" y="211667"/>
                  </a:lnTo>
                  <a:lnTo>
                    <a:pt x="529167" y="211667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6167" y="4131733"/>
              <a:ext cx="529166" cy="592667"/>
            </a:xfrm>
            <a:custGeom>
              <a:avLst/>
              <a:gdLst/>
              <a:ahLst/>
              <a:cxnLst/>
              <a:rect l="l" t="t" r="r" b="b"/>
              <a:pathLst>
                <a:path w="529166" h="592667">
                  <a:moveTo>
                    <a:pt x="529166" y="0"/>
                  </a:moveTo>
                  <a:lnTo>
                    <a:pt x="529166" y="296334"/>
                  </a:lnTo>
                  <a:lnTo>
                    <a:pt x="0" y="296334"/>
                  </a:lnTo>
                  <a:lnTo>
                    <a:pt x="0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000" y="4131733"/>
              <a:ext cx="529167" cy="592667"/>
            </a:xfrm>
            <a:custGeom>
              <a:avLst/>
              <a:gdLst/>
              <a:ahLst/>
              <a:cxnLst/>
              <a:rect l="l" t="t" r="r" b="b"/>
              <a:pathLst>
                <a:path w="529167" h="592667">
                  <a:moveTo>
                    <a:pt x="0" y="0"/>
                  </a:moveTo>
                  <a:lnTo>
                    <a:pt x="0" y="296334"/>
                  </a:lnTo>
                  <a:lnTo>
                    <a:pt x="529167" y="296334"/>
                  </a:lnTo>
                  <a:lnTo>
                    <a:pt x="529167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2833" y="1507067"/>
              <a:ext cx="2455333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2833" y="1507067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1500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4167" y="33485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68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1930400"/>
              <a:ext cx="508000" cy="508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28490" y="2488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0792" y="2677583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47667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1964" y="5324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0792" y="551391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08167" y="2882900"/>
              <a:ext cx="0" cy="423333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08167" y="4131733"/>
              <a:ext cx="0" cy="592667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500" y="3602567"/>
              <a:ext cx="1608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68833" y="3602567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18500" y="3348567"/>
              <a:ext cx="508000" cy="508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8161" y="3906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5625" y="4095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762500" y="6106583"/>
              <a:ext cx="897731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762500" y="6275917"/>
              <a:ext cx="45720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762500" y="6445250"/>
              <a:ext cx="7659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RT: A 10.16.0.0/13 → peering ·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79677" y="999067"/>
            <a:ext cx="14082448" cy="5643033"/>
            <a:chOff x="379677" y="999067"/>
            <a:chExt cx="14082448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94834"/>
            </a:xfrm>
            <a:custGeom>
              <a:avLst/>
              <a:gdLst/>
              <a:ahLst/>
              <a:cxnLst/>
              <a:rect l="l" t="t" r="r" b="b"/>
              <a:pathLst>
                <a:path w="867833" h="994834">
                  <a:moveTo>
                    <a:pt x="0" y="0"/>
                  </a:moveTo>
                  <a:lnTo>
                    <a:pt x="656167" y="0"/>
                  </a:lnTo>
                  <a:lnTo>
                    <a:pt x="656167" y="994834"/>
                  </a:lnTo>
                  <a:lnTo>
                    <a:pt x="867833" y="9948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856567"/>
              <a:ext cx="656167" cy="1439333"/>
            </a:xfrm>
            <a:custGeom>
              <a:avLst/>
              <a:gdLst/>
              <a:ahLst/>
              <a:cxnLst/>
              <a:rect l="l" t="t" r="r" b="b"/>
              <a:pathLst>
                <a:path w="656167" h="1439333">
                  <a:moveTo>
                    <a:pt x="0" y="1439333"/>
                  </a:moveTo>
                  <a:lnTo>
                    <a:pt x="656167" y="1439333"/>
                  </a:lnTo>
                  <a:lnTo>
                    <a:pt x="656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Oval 98"/>
            <p:cNvSpPr/>
            <p:nvPr/>
          </p:nvSpPr>
          <p:spPr>
            <a:xfrm>
              <a:off x="38100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7967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677333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15980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5967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894417" y="6307667"/>
              <a:ext cx="4111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5202767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201444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499100" y="630766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852805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852672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824383" y="6307667"/>
              <a:ext cx="2024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104626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104613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759017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2026-10-23T08:37:25Z</dcterms:created>
  <dcterms:modified xsi:type="dcterms:W3CDTF">2026-10-23T08:37:25Z</dcterms:modified>
  <cp:category/>
</cp:coreProperties>
</file>