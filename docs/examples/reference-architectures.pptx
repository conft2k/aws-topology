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25.png"/><Relationship Id="rId17" Type="http://schemas.openxmlformats.org/officeDocument/2006/relationships/image" Target="../media/image26.svg"/><Relationship Id="rId18" Type="http://schemas.openxmlformats.org/officeDocument/2006/relationships/image" Target="../media/image29.png"/><Relationship Id="rId19" Type="http://schemas.openxmlformats.org/officeDocument/2006/relationships/image" Target="../media/image3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Relationship Id="rId18" Type="http://schemas.openxmlformats.org/officeDocument/2006/relationships/image" Target="../media/image53.png"/><Relationship Id="rId19" Type="http://schemas.openxmlformats.org/officeDocument/2006/relationships/image" Target="../media/image5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5.png"/><Relationship Id="rId15" Type="http://schemas.openxmlformats.org/officeDocument/2006/relationships/image" Target="../media/image56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7.png"/><Relationship Id="rId19" Type="http://schemas.openxmlformats.org/officeDocument/2006/relationships/image" Target="../media/image58.svg"/><Relationship Id="rId20" Type="http://schemas.openxmlformats.org/officeDocument/2006/relationships/image" Target="../media/image59.png"/><Relationship Id="rId21" Type="http://schemas.openxmlformats.org/officeDocument/2006/relationships/image" Target="../media/image6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61.png"/><Relationship Id="rId25" Type="http://schemas.openxmlformats.org/officeDocument/2006/relationships/image" Target="../media/image62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730884" y="956891"/>
            <a:ext cx="10697700" cy="5587528"/>
            <a:chOff x="730884" y="956891"/>
            <a:chExt cx="10697700" cy="5587528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05907" y="3846259"/>
              <a:ext cx="509888" cy="509888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730884" y="4406074"/>
              <a:ext cx="659934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23119" y="956891"/>
              <a:ext cx="9305465" cy="5587528"/>
            </a:xfrm>
            <a:prstGeom prst="rect">
              <a:avLst/>
            </a:prstGeom>
            <a:noFill/>
            <a:ln w="2124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23119" y="956891"/>
              <a:ext cx="339926" cy="339926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569271" y="1039216"/>
              <a:ext cx="1145257" cy="20714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4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41799" y="2847727"/>
              <a:ext cx="509888" cy="509888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213412" y="3407542"/>
              <a:ext cx="966664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15152" y="3597688"/>
              <a:ext cx="1163183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NLB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12859" y="1318062"/>
              <a:ext cx="7945762" cy="5141375"/>
            </a:xfrm>
            <a:prstGeom prst="rect">
              <a:avLst/>
            </a:prstGeom>
            <a:noFill/>
            <a:ln w="21245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12859" y="1318062"/>
              <a:ext cx="254944" cy="254944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52784" y="1367988"/>
              <a:ext cx="76217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175108" y="2847727"/>
              <a:ext cx="509888" cy="509888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202328" y="3407542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69203" y="3597688"/>
              <a:ext cx="1521698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175108" y="3846259"/>
              <a:ext cx="509888" cy="509888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44477" y="4406074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16180" y="4596220"/>
              <a:ext cx="1027744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175108" y="5290943"/>
              <a:ext cx="509888" cy="50988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253450" y="5850758"/>
              <a:ext cx="353204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748873" y="6040904"/>
              <a:ext cx="1362358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52784" y="1636742"/>
              <a:ext cx="5948699" cy="4737714"/>
            </a:xfrm>
            <a:prstGeom prst="rect">
              <a:avLst/>
            </a:prstGeom>
            <a:noFill/>
            <a:ln w="21245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652784" y="1636742"/>
              <a:ext cx="254944" cy="254944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3992710" y="1686669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92710" y="1876814"/>
              <a:ext cx="1091480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10.0.0.0/16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780257" y="2146630"/>
              <a:ext cx="5693755" cy="1614647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907729" y="2196557"/>
              <a:ext cx="2091339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780257" y="4674828"/>
              <a:ext cx="5693755" cy="1614647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907729" y="4724754"/>
              <a:ext cx="2091339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907729" y="2465311"/>
              <a:ext cx="1699628" cy="1210985"/>
            </a:xfrm>
            <a:prstGeom prst="rect">
              <a:avLst/>
            </a:prstGeom>
            <a:noFill/>
            <a:ln w="15934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3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07729" y="2465311"/>
              <a:ext cx="254944" cy="254944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247654" y="2515237"/>
              <a:ext cx="147788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862301" y="2465311"/>
              <a:ext cx="3484238" cy="1210985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6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2301" y="2465311"/>
              <a:ext cx="254944" cy="254944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6202227" y="2515237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907729" y="4993508"/>
              <a:ext cx="1699628" cy="1210985"/>
            </a:xfrm>
            <a:prstGeom prst="rect">
              <a:avLst/>
            </a:prstGeom>
            <a:noFill/>
            <a:ln w="15934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9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07729" y="4993508"/>
              <a:ext cx="254944" cy="254944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4247654" y="5043434"/>
              <a:ext cx="147788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5862301" y="4993508"/>
              <a:ext cx="3484238" cy="1210985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2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2301" y="4993508"/>
              <a:ext cx="254944" cy="254944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6202227" y="5043434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44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2599" y="2847727"/>
              <a:ext cx="509888" cy="509888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4120846" y="3407542"/>
              <a:ext cx="127339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6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2599" y="5290943"/>
              <a:ext cx="509888" cy="509888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4120846" y="5850758"/>
              <a:ext cx="127339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7179513" y="2550292"/>
              <a:ext cx="2039554" cy="3569219"/>
            </a:xfrm>
            <a:prstGeom prst="rect">
              <a:avLst/>
            </a:prstGeom>
            <a:noFill/>
            <a:ln w="15934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9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179513" y="2550292"/>
              <a:ext cx="254944" cy="254944"/>
            </a:xfrm>
            <a:prstGeom prst="rect">
              <a:avLst/>
            </a:prstGeom>
          </p:spPr>
        </p:pic>
        <p:sp>
          <p:nvSpPr>
            <p:cNvPr id="50" name="TextBox 49"/>
            <p:cNvSpPr txBox="1"/>
            <p:nvPr/>
          </p:nvSpPr>
          <p:spPr>
            <a:xfrm>
              <a:off x="7519439" y="2600219"/>
              <a:ext cx="1989096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1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9439" y="2847727"/>
              <a:ext cx="509888" cy="509888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7546659" y="3407542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3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96725" y="2847727"/>
              <a:ext cx="509888" cy="509888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523946" y="3407542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5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9439" y="5290943"/>
              <a:ext cx="509888" cy="509888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7546659" y="5850758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7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96725" y="5290943"/>
              <a:ext cx="509888" cy="509888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8523946" y="5850758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9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502599" y="3846259"/>
              <a:ext cx="509888" cy="509888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4529819" y="4406074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3397840" y="3846259"/>
              <a:ext cx="509888" cy="74358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2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397840" y="3846259"/>
              <a:ext cx="509888" cy="509888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3425061" y="4406074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4" name="Connector 63"/>
            <p:cNvCxnSpPr/>
            <p:nvPr/>
          </p:nvCxnSpPr>
          <p:spPr>
            <a:xfrm>
              <a:off x="1358286" y="4101203"/>
              <a:ext cx="1997063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5" name="TextBox 64"/>
            <p:cNvSpPr txBox="1"/>
            <p:nvPr/>
          </p:nvSpPr>
          <p:spPr>
            <a:xfrm>
              <a:off x="1305173" y="3884500"/>
              <a:ext cx="828569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3950219" y="4101203"/>
              <a:ext cx="509889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054978" y="4101203"/>
              <a:ext cx="2082044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TextBox 67"/>
            <p:cNvSpPr txBox="1"/>
            <p:nvPr/>
          </p:nvSpPr>
          <p:spPr>
            <a:xfrm>
              <a:off x="5637897" y="3884500"/>
              <a:ext cx="916206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:8080</a:t>
              </a:r>
            </a:p>
          </p:txBody>
        </p:sp>
        <p:sp>
          <p:nvSpPr>
            <p:cNvPr id="69" name="Freeform 68"/>
            <p:cNvSpPr/>
            <p:nvPr/>
          </p:nvSpPr>
          <p:spPr>
            <a:xfrm>
              <a:off x="1060851" y="3102671"/>
              <a:ext cx="1338458" cy="701097"/>
            </a:xfrm>
            <a:custGeom>
              <a:avLst/>
              <a:gdLst/>
              <a:ahLst/>
              <a:cxnLst/>
              <a:rect l="l" t="t" r="r" b="b"/>
              <a:pathLst>
                <a:path w="1338458" h="701097">
                  <a:moveTo>
                    <a:pt x="0" y="701097"/>
                  </a:moveTo>
                  <a:lnTo>
                    <a:pt x="0" y="0"/>
                  </a:lnTo>
                  <a:lnTo>
                    <a:pt x="1338458" y="0"/>
                  </a:lnTo>
                </a:path>
              </a:pathLst>
            </a:custGeom>
            <a:noFill/>
            <a:ln w="15934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321107" y="2896591"/>
              <a:ext cx="796701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1" name="Connector 70"/>
            <p:cNvCxnSpPr/>
            <p:nvPr/>
          </p:nvCxnSpPr>
          <p:spPr>
            <a:xfrm flipH="1">
              <a:off x="5054978" y="3102671"/>
              <a:ext cx="2082044" cy="0"/>
            </a:xfrm>
            <a:prstGeom prst="line">
              <a:avLst/>
            </a:prstGeom>
            <a:ln w="15934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2" name="TextBox 71"/>
            <p:cNvSpPr txBox="1"/>
            <p:nvPr/>
          </p:nvSpPr>
          <p:spPr>
            <a:xfrm>
              <a:off x="6037575" y="2896591"/>
              <a:ext cx="924173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3" name="Connector 72"/>
            <p:cNvCxnSpPr/>
            <p:nvPr/>
          </p:nvCxnSpPr>
          <p:spPr>
            <a:xfrm flipH="1">
              <a:off x="5054978" y="5545887"/>
              <a:ext cx="2082044" cy="0"/>
            </a:xfrm>
            <a:prstGeom prst="line">
              <a:avLst/>
            </a:prstGeom>
            <a:ln w="15934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4" name="TextBox 73"/>
            <p:cNvSpPr txBox="1"/>
            <p:nvPr/>
          </p:nvSpPr>
          <p:spPr>
            <a:xfrm>
              <a:off x="6037575" y="5339807"/>
              <a:ext cx="924173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23257" y="965292"/>
            <a:ext cx="11599103" cy="5549671"/>
            <a:chOff x="323257" y="965292"/>
            <a:chExt cx="11599103" cy="5549671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056" y="3824855"/>
              <a:ext cx="508367" cy="508367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23257" y="4382999"/>
              <a:ext cx="65796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4882" y="965292"/>
              <a:ext cx="10146154" cy="5549671"/>
            </a:xfrm>
            <a:prstGeom prst="rect">
              <a:avLst/>
            </a:prstGeom>
            <a:noFill/>
            <a:ln w="21182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4882" y="965292"/>
              <a:ext cx="338911" cy="338911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19703" y="1047372"/>
              <a:ext cx="1141839" cy="20652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18475" y="1388931"/>
              <a:ext cx="508367" cy="508367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790769" y="1947075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692802" y="2136654"/>
              <a:ext cx="1159712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ALB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70434" y="1325385"/>
              <a:ext cx="9065874" cy="5104850"/>
            </a:xfrm>
            <a:prstGeom prst="rect">
              <a:avLst/>
            </a:prstGeom>
            <a:noFill/>
            <a:ln w="21182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770434" y="1325385"/>
              <a:ext cx="254183" cy="254183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109345" y="1375162"/>
              <a:ext cx="75990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67616" y="2829303"/>
              <a:ext cx="508367" cy="508367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094755" y="3387448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019956" y="3577026"/>
              <a:ext cx="603686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067616" y="5265227"/>
              <a:ext cx="508367" cy="508367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90879" y="5823372"/>
              <a:ext cx="86184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52439" y="6012950"/>
              <a:ext cx="738720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084349" y="2829303"/>
              <a:ext cx="508367" cy="508367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754705" y="3387448"/>
              <a:ext cx="1167655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826194" y="3577026"/>
              <a:ext cx="102467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1084349" y="5265227"/>
              <a:ext cx="508367" cy="508367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162458" y="5823372"/>
              <a:ext cx="352150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834137" y="6012950"/>
              <a:ext cx="1008790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09345" y="1643114"/>
              <a:ext cx="6820588" cy="4702393"/>
            </a:xfrm>
            <a:prstGeom prst="rect">
              <a:avLst/>
            </a:prstGeom>
            <a:noFill/>
            <a:ln w="21182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109345" y="1643114"/>
              <a:ext cx="254183" cy="254183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48256" y="1692892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448256" y="1882470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10.0.0.0/16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215255" y="2130299"/>
              <a:ext cx="6608768" cy="1609828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342347" y="2180076"/>
              <a:ext cx="208509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215255" y="4650951"/>
              <a:ext cx="6608768" cy="1609828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342347" y="4700728"/>
              <a:ext cx="208509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342347" y="2448028"/>
              <a:ext cx="1546282" cy="1207371"/>
            </a:xfrm>
            <a:prstGeom prst="rect">
              <a:avLst/>
            </a:prstGeom>
            <a:noFill/>
            <a:ln w="15886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6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2347" y="2448028"/>
              <a:ext cx="254183" cy="254183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3681258" y="2497806"/>
              <a:ext cx="147346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015721" y="2448028"/>
              <a:ext cx="3304384" cy="1207371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9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5721" y="2448028"/>
              <a:ext cx="254183" cy="254183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5354632" y="2497806"/>
              <a:ext cx="1167655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447196" y="2448028"/>
              <a:ext cx="1270917" cy="1207371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2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7196" y="2448028"/>
              <a:ext cx="254183" cy="254183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8786108" y="2497806"/>
              <a:ext cx="1065717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342347" y="4968680"/>
              <a:ext cx="1546282" cy="1207371"/>
            </a:xfrm>
            <a:prstGeom prst="rect">
              <a:avLst/>
            </a:prstGeom>
            <a:noFill/>
            <a:ln w="15886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2347" y="4968680"/>
              <a:ext cx="254183" cy="254183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3681258" y="5018458"/>
              <a:ext cx="147346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015721" y="4968680"/>
              <a:ext cx="3304384" cy="1207371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5721" y="4968680"/>
              <a:ext cx="254183" cy="254183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5354632" y="5018458"/>
              <a:ext cx="1167655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8447196" y="4968680"/>
              <a:ext cx="1270917" cy="1207371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7196" y="4968680"/>
              <a:ext cx="254183" cy="254183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8786108" y="5018458"/>
              <a:ext cx="1065717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3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1304" y="2829303"/>
              <a:ext cx="508367" cy="508367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3480691" y="3387448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5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1304" y="5265227"/>
              <a:ext cx="508367" cy="508367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3480691" y="5823372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286638" y="2532756"/>
              <a:ext cx="1948739" cy="3558568"/>
            </a:xfrm>
            <a:prstGeom prst="rect">
              <a:avLst/>
            </a:prstGeom>
            <a:noFill/>
            <a:ln w="15886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8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86638" y="2532756"/>
              <a:ext cx="254183" cy="254183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6625549" y="2582534"/>
              <a:ext cx="1983160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549" y="2829303"/>
              <a:ext cx="508367" cy="508367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6652688" y="3387448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2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2282" y="2829303"/>
              <a:ext cx="508367" cy="508367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7669422" y="3387448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4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549" y="5265227"/>
              <a:ext cx="508367" cy="508367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6652688" y="5823372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6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2282" y="5265227"/>
              <a:ext cx="508367" cy="508367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7669422" y="5823372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8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8471" y="2829303"/>
              <a:ext cx="508367" cy="508367"/>
            </a:xfrm>
            <a:prstGeom prst="rect">
              <a:avLst/>
            </a:prstGeom>
          </p:spPr>
        </p:pic>
        <p:sp>
          <p:nvSpPr>
            <p:cNvPr id="69" name="TextBox 68"/>
            <p:cNvSpPr txBox="1"/>
            <p:nvPr/>
          </p:nvSpPr>
          <p:spPr>
            <a:xfrm>
              <a:off x="8447858" y="3387448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70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8471" y="5265227"/>
              <a:ext cx="508367" cy="508367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8447858" y="5823372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2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861304" y="3824855"/>
              <a:ext cx="508367" cy="508367"/>
            </a:xfrm>
            <a:prstGeom prst="rect">
              <a:avLst/>
            </a:prstGeom>
          </p:spPr>
        </p:pic>
        <p:sp>
          <p:nvSpPr>
            <p:cNvPr id="73" name="TextBox 72"/>
            <p:cNvSpPr txBox="1"/>
            <p:nvPr/>
          </p:nvSpPr>
          <p:spPr>
            <a:xfrm>
              <a:off x="3888444" y="4382999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855162" y="3824855"/>
              <a:ext cx="508367" cy="74136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5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855162" y="3824855"/>
              <a:ext cx="508367" cy="508367"/>
            </a:xfrm>
            <a:prstGeom prst="rect">
              <a:avLst/>
            </a:prstGeom>
          </p:spPr>
        </p:pic>
        <p:sp>
          <p:nvSpPr>
            <p:cNvPr id="76" name="TextBox 75"/>
            <p:cNvSpPr txBox="1"/>
            <p:nvPr/>
          </p:nvSpPr>
          <p:spPr>
            <a:xfrm>
              <a:off x="2882301" y="4382999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948786" y="4079038"/>
              <a:ext cx="1864012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229" y="3862982"/>
              <a:ext cx="100084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3405892" y="4079038"/>
              <a:ext cx="413048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0" name="Connector 79"/>
            <p:cNvCxnSpPr/>
            <p:nvPr/>
          </p:nvCxnSpPr>
          <p:spPr>
            <a:xfrm>
              <a:off x="4412035" y="4079038"/>
              <a:ext cx="1832239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1" name="TextBox 80"/>
            <p:cNvSpPr txBox="1"/>
            <p:nvPr/>
          </p:nvSpPr>
          <p:spPr>
            <a:xfrm>
              <a:off x="4920402" y="3862982"/>
              <a:ext cx="826096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235377" y="3083487"/>
              <a:ext cx="550731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8443225" y="2878022"/>
              <a:ext cx="38921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4" name="Freeform 83"/>
            <p:cNvSpPr/>
            <p:nvPr/>
          </p:nvSpPr>
          <p:spPr>
            <a:xfrm>
              <a:off x="652239" y="1643114"/>
              <a:ext cx="1323872" cy="2139377"/>
            </a:xfrm>
            <a:custGeom>
              <a:avLst/>
              <a:gdLst/>
              <a:ahLst/>
              <a:cxnLst/>
              <a:rect l="l" t="t" r="r" b="b"/>
              <a:pathLst>
                <a:path w="1323872" h="2139377">
                  <a:moveTo>
                    <a:pt x="0" y="2139377"/>
                  </a:moveTo>
                  <a:lnTo>
                    <a:pt x="0" y="0"/>
                  </a:lnTo>
                  <a:lnTo>
                    <a:pt x="1323872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890536" y="1437649"/>
              <a:ext cx="7943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6" name="Connector 85"/>
            <p:cNvCxnSpPr/>
            <p:nvPr/>
          </p:nvCxnSpPr>
          <p:spPr>
            <a:xfrm flipH="1">
              <a:off x="4412035" y="3083487"/>
              <a:ext cx="1832239" cy="0"/>
            </a:xfrm>
            <a:prstGeom prst="line">
              <a:avLst/>
            </a:prstGeom>
            <a:ln w="15886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7" name="TextBox 86"/>
            <p:cNvSpPr txBox="1"/>
            <p:nvPr/>
          </p:nvSpPr>
          <p:spPr>
            <a:xfrm>
              <a:off x="5169290" y="2878022"/>
              <a:ext cx="921415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 flipH="1">
              <a:off x="4412035" y="5519411"/>
              <a:ext cx="1832239" cy="0"/>
            </a:xfrm>
            <a:prstGeom prst="line">
              <a:avLst/>
            </a:prstGeom>
            <a:ln w="15886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9" name="TextBox 88"/>
            <p:cNvSpPr txBox="1"/>
            <p:nvPr/>
          </p:nvSpPr>
          <p:spPr>
            <a:xfrm>
              <a:off x="5169290" y="5313946"/>
              <a:ext cx="921415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90" name="Freeform 89"/>
            <p:cNvSpPr/>
            <p:nvPr/>
          </p:nvSpPr>
          <p:spPr>
            <a:xfrm>
              <a:off x="9379202" y="3210578"/>
              <a:ext cx="211820" cy="2181741"/>
            </a:xfrm>
            <a:custGeom>
              <a:avLst/>
              <a:gdLst/>
              <a:ahLst/>
              <a:cxnLst/>
              <a:rect l="l" t="t" r="r" b="b"/>
              <a:pathLst>
                <a:path w="211820" h="2181741">
                  <a:moveTo>
                    <a:pt x="0" y="0"/>
                  </a:moveTo>
                  <a:lnTo>
                    <a:pt x="211820" y="0"/>
                  </a:lnTo>
                  <a:lnTo>
                    <a:pt x="211820" y="2181741"/>
                  </a:lnTo>
                  <a:lnTo>
                    <a:pt x="0" y="2181741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8497504" y="4117166"/>
              <a:ext cx="1008790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85794" y="935411"/>
            <a:ext cx="11588239" cy="5715000"/>
            <a:chOff x="285794" y="935411"/>
            <a:chExt cx="11588239" cy="5715000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9989" y="3687856"/>
              <a:ext cx="504265" cy="504265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85794" y="4241497"/>
              <a:ext cx="652655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46717" y="935411"/>
              <a:ext cx="10127316" cy="5420846"/>
            </a:xfrm>
            <a:prstGeom prst="rect">
              <a:avLst/>
            </a:prstGeom>
            <a:noFill/>
            <a:ln w="21011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46717" y="935411"/>
              <a:ext cx="336176" cy="336176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187949" y="1016829"/>
              <a:ext cx="1132626" cy="2048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4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56827" y="1292599"/>
              <a:ext cx="9833162" cy="4979614"/>
            </a:xfrm>
            <a:prstGeom prst="rect">
              <a:avLst/>
            </a:prstGeom>
            <a:noFill/>
            <a:ln w="21011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56827" y="1292599"/>
              <a:ext cx="252132" cy="252132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93004" y="1341974"/>
              <a:ext cx="753771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87158" y="1607764"/>
              <a:ext cx="5063658" cy="4580404"/>
            </a:xfrm>
            <a:prstGeom prst="rect">
              <a:avLst/>
            </a:prstGeom>
            <a:noFill/>
            <a:ln w="21011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87158" y="1607764"/>
              <a:ext cx="252132" cy="252132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2923335" y="1657140"/>
              <a:ext cx="1663811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923335" y="1845189"/>
              <a:ext cx="1079442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92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10.0.0.0/16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797268" y="2091018"/>
              <a:ext cx="4643438" cy="1512794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923335" y="2140394"/>
              <a:ext cx="2068273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797268" y="4507286"/>
              <a:ext cx="4643438" cy="1596838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923335" y="4556662"/>
              <a:ext cx="2068273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923335" y="2406183"/>
              <a:ext cx="2563346" cy="1113585"/>
            </a:xfrm>
            <a:prstGeom prst="rect">
              <a:avLst/>
            </a:prstGeom>
            <a:noFill/>
            <a:ln w="15758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923335" y="2406183"/>
              <a:ext cx="252132" cy="252132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259511" y="2455559"/>
              <a:ext cx="136046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5738812" y="2406183"/>
              <a:ext cx="1575827" cy="1113585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4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8812" y="2406183"/>
              <a:ext cx="252132" cy="252132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6074989" y="2455559"/>
              <a:ext cx="1158233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923335" y="4822451"/>
              <a:ext cx="2563346" cy="1197629"/>
            </a:xfrm>
            <a:prstGeom prst="rect">
              <a:avLst/>
            </a:prstGeom>
            <a:noFill/>
            <a:ln w="15758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7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923335" y="4822451"/>
              <a:ext cx="252132" cy="252132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3259511" y="4871827"/>
              <a:ext cx="136046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738812" y="4822451"/>
              <a:ext cx="1575827" cy="1197629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0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8812" y="4822451"/>
              <a:ext cx="252132" cy="252132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6074989" y="4871827"/>
              <a:ext cx="1158233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2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72305" y="2700338"/>
              <a:ext cx="504265" cy="504265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698110" y="3253978"/>
              <a:ext cx="652655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4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72305" y="5116606"/>
              <a:ext cx="504265" cy="504265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4698110" y="5670247"/>
              <a:ext cx="652655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6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4594" y="2700338"/>
              <a:ext cx="504265" cy="504265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6301514" y="3253978"/>
              <a:ext cx="45042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8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4594" y="5116606"/>
              <a:ext cx="504265" cy="504265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6301514" y="5670247"/>
              <a:ext cx="45042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335026" y="3687856"/>
              <a:ext cx="504265" cy="7353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Amazon-VPC_Internet-Gateway" descr="Amazon VPC_Internet Gateway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335026" y="3687856"/>
              <a:ext cx="504265" cy="504265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2361946" y="4241497"/>
              <a:ext cx="45042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986993" y="1607764"/>
              <a:ext cx="3718952" cy="4580404"/>
            </a:xfrm>
            <a:prstGeom prst="rect">
              <a:avLst/>
            </a:prstGeom>
            <a:noFill/>
            <a:ln w="21011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986993" y="1607764"/>
              <a:ext cx="252132" cy="252132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8323169" y="1657140"/>
              <a:ext cx="136046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23169" y="1845189"/>
              <a:ext cx="1079442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92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197103" y="2091018"/>
              <a:ext cx="3298732" cy="1512794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323169" y="2140394"/>
              <a:ext cx="2068273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97103" y="4507286"/>
              <a:ext cx="3298732" cy="1596838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323169" y="4556662"/>
              <a:ext cx="2068273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8323169" y="2406183"/>
              <a:ext cx="3088621" cy="1113585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2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23169" y="2406183"/>
              <a:ext cx="252132" cy="252132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659346" y="2455559"/>
              <a:ext cx="1764926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323169" y="4822451"/>
              <a:ext cx="3088621" cy="1197629"/>
            </a:xfrm>
            <a:prstGeom prst="rect">
              <a:avLst/>
            </a:prstGeom>
            <a:noFill/>
            <a:ln w="15758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5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23169" y="4822451"/>
              <a:ext cx="252132" cy="252132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8659346" y="4871827"/>
              <a:ext cx="1764926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10025062" y="2490227"/>
              <a:ext cx="1302684" cy="3445809"/>
            </a:xfrm>
            <a:prstGeom prst="rect">
              <a:avLst/>
            </a:prstGeom>
            <a:noFill/>
            <a:ln w="15758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8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025062" y="2490227"/>
              <a:ext cx="252132" cy="252132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10361239" y="2539603"/>
              <a:ext cx="450424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58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39438" y="2700338"/>
              <a:ext cx="504265" cy="504265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10642261" y="3253978"/>
              <a:ext cx="698617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39438" y="5116606"/>
              <a:ext cx="504265" cy="504265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10642261" y="5670247"/>
              <a:ext cx="698617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4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91257" y="3687856"/>
              <a:ext cx="504265" cy="504265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8467620" y="4241497"/>
              <a:ext cx="551540" cy="1912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6" name="Freeform 65"/>
            <p:cNvSpPr/>
            <p:nvPr/>
          </p:nvSpPr>
          <p:spPr>
            <a:xfrm>
              <a:off x="2881312" y="2952470"/>
              <a:ext cx="1848971" cy="987518"/>
            </a:xfrm>
            <a:custGeom>
              <a:avLst/>
              <a:gdLst/>
              <a:ahLst/>
              <a:cxnLst/>
              <a:rect l="l" t="t" r="r" b="b"/>
              <a:pathLst>
                <a:path w="1848971" h="987518">
                  <a:moveTo>
                    <a:pt x="0" y="987518"/>
                  </a:moveTo>
                  <a:lnTo>
                    <a:pt x="1638861" y="987518"/>
                  </a:lnTo>
                  <a:lnTo>
                    <a:pt x="1638861" y="0"/>
                  </a:lnTo>
                  <a:lnTo>
                    <a:pt x="1848971" y="0"/>
                  </a:lnTo>
                </a:path>
              </a:pathLst>
            </a:custGeom>
            <a:noFill/>
            <a:ln w="1575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Freeform 66"/>
            <p:cNvSpPr/>
            <p:nvPr/>
          </p:nvSpPr>
          <p:spPr>
            <a:xfrm>
              <a:off x="2881312" y="3939988"/>
              <a:ext cx="1848971" cy="1428750"/>
            </a:xfrm>
            <a:custGeom>
              <a:avLst/>
              <a:gdLst/>
              <a:ahLst/>
              <a:cxnLst/>
              <a:rect l="l" t="t" r="r" b="b"/>
              <a:pathLst>
                <a:path w="1848971" h="1428750">
                  <a:moveTo>
                    <a:pt x="0" y="0"/>
                  </a:moveTo>
                  <a:lnTo>
                    <a:pt x="1638861" y="0"/>
                  </a:lnTo>
                  <a:lnTo>
                    <a:pt x="1638861" y="1428750"/>
                  </a:lnTo>
                  <a:lnTo>
                    <a:pt x="1848971" y="1428750"/>
                  </a:lnTo>
                </a:path>
              </a:pathLst>
            </a:custGeom>
            <a:noFill/>
            <a:ln w="1575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5318592" y="2952470"/>
              <a:ext cx="913980" cy="0"/>
            </a:xfrm>
            <a:prstGeom prst="line">
              <a:avLst/>
            </a:prstGeom>
            <a:ln w="1575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9" name="Connector 68"/>
            <p:cNvCxnSpPr/>
            <p:nvPr/>
          </p:nvCxnSpPr>
          <p:spPr>
            <a:xfrm>
              <a:off x="5318592" y="5368738"/>
              <a:ext cx="913980" cy="0"/>
            </a:xfrm>
            <a:prstGeom prst="line">
              <a:avLst/>
            </a:prstGeom>
            <a:ln w="1575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0" name="Freeform 69"/>
            <p:cNvSpPr/>
            <p:nvPr/>
          </p:nvSpPr>
          <p:spPr>
            <a:xfrm>
              <a:off x="5024438" y="3477746"/>
              <a:ext cx="3424797" cy="378198"/>
            </a:xfrm>
            <a:custGeom>
              <a:avLst/>
              <a:gdLst/>
              <a:ahLst/>
              <a:cxnLst/>
              <a:rect l="l" t="t" r="r" b="b"/>
              <a:pathLst>
                <a:path w="3424797" h="378198">
                  <a:moveTo>
                    <a:pt x="3424797" y="378198"/>
                  </a:moveTo>
                  <a:lnTo>
                    <a:pt x="0" y="378198"/>
                  </a:lnTo>
                  <a:lnTo>
                    <a:pt x="0" y="0"/>
                  </a:lnTo>
                </a:path>
              </a:pathLst>
            </a:custGeom>
            <a:noFill/>
            <a:ln w="15758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Freeform 70"/>
            <p:cNvSpPr/>
            <p:nvPr/>
          </p:nvSpPr>
          <p:spPr>
            <a:xfrm>
              <a:off x="5024438" y="4024032"/>
              <a:ext cx="3424797" cy="1050552"/>
            </a:xfrm>
            <a:custGeom>
              <a:avLst/>
              <a:gdLst/>
              <a:ahLst/>
              <a:cxnLst/>
              <a:rect l="l" t="t" r="r" b="b"/>
              <a:pathLst>
                <a:path w="3424797" h="1050552">
                  <a:moveTo>
                    <a:pt x="3424797" y="0"/>
                  </a:moveTo>
                  <a:lnTo>
                    <a:pt x="0" y="0"/>
                  </a:lnTo>
                  <a:lnTo>
                    <a:pt x="0" y="1050552"/>
                  </a:lnTo>
                </a:path>
              </a:pathLst>
            </a:custGeom>
            <a:noFill/>
            <a:ln w="15758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2" name="Connector 71"/>
            <p:cNvCxnSpPr/>
            <p:nvPr/>
          </p:nvCxnSpPr>
          <p:spPr>
            <a:xfrm>
              <a:off x="9037544" y="3939988"/>
              <a:ext cx="966507" cy="0"/>
            </a:xfrm>
            <a:prstGeom prst="line">
              <a:avLst/>
            </a:prstGeom>
            <a:ln w="15758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8937742" y="3988314"/>
              <a:ext cx="1166112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3595687" y="3687856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3594374" y="3715170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7713849" y="3603812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7712536" y="3631126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9415743" y="3687856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9414429" y="3715170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885890" y="2700338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884577" y="2727652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2" name="Oval 81"/>
            <p:cNvSpPr/>
            <p:nvPr/>
          </p:nvSpPr>
          <p:spPr>
            <a:xfrm>
              <a:off x="5885890" y="5116606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884577" y="5143920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4" name="Connector 83"/>
            <p:cNvCxnSpPr/>
            <p:nvPr/>
          </p:nvCxnSpPr>
          <p:spPr>
            <a:xfrm>
              <a:off x="906276" y="3939988"/>
              <a:ext cx="1386728" cy="0"/>
            </a:xfrm>
            <a:prstGeom prst="line">
              <a:avLst/>
            </a:prstGeom>
            <a:ln w="1575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5" name="TextBox 84"/>
            <p:cNvSpPr txBox="1"/>
            <p:nvPr/>
          </p:nvSpPr>
          <p:spPr>
            <a:xfrm>
              <a:off x="809100" y="3725676"/>
              <a:ext cx="992771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86" name="Oval 85"/>
            <p:cNvSpPr/>
            <p:nvPr/>
          </p:nvSpPr>
          <p:spPr>
            <a:xfrm>
              <a:off x="1746717" y="6440301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745404" y="6467615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2040871" y="6467615"/>
              <a:ext cx="2600115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92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IGW → GWLBe (인그레스 라우팅)</a:t>
              </a:r>
            </a:p>
          </p:txBody>
        </p:sp>
        <p:sp>
          <p:nvSpPr>
            <p:cNvPr id="89" name="Oval 88"/>
            <p:cNvSpPr/>
            <p:nvPr/>
          </p:nvSpPr>
          <p:spPr>
            <a:xfrm>
              <a:off x="4230221" y="6440301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4228907" y="6467615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4524375" y="6467615"/>
              <a:ext cx="1237024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92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⇄ GWLB</a:t>
              </a:r>
            </a:p>
          </p:txBody>
        </p:sp>
        <p:sp>
          <p:nvSpPr>
            <p:cNvPr id="92" name="Oval 91"/>
            <p:cNvSpPr/>
            <p:nvPr/>
          </p:nvSpPr>
          <p:spPr>
            <a:xfrm>
              <a:off x="5623252" y="6440301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5621939" y="6467615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5917406" y="6467615"/>
              <a:ext cx="3852898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92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 ⇄ 방화벽 (검사 후 GWLB → GWLBe로 반환)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9108982" y="6440301"/>
              <a:ext cx="210110" cy="210110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9107668" y="6467615"/>
              <a:ext cx="212737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92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9403136" y="6467615"/>
              <a:ext cx="1150354" cy="1638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92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→ EC2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592667" y="1083733"/>
            <a:ext cx="12472458" cy="5547784"/>
            <a:chOff x="592667" y="1083733"/>
            <a:chExt cx="12472458" cy="5547784"/>
          </a:xfrm>
        </p:grpSpPr>
        <p:sp>
          <p:nvSpPr>
            <p:cNvPr id="4" name="Rectangle 3"/>
            <p:cNvSpPr/>
            <p:nvPr/>
          </p:nvSpPr>
          <p:spPr>
            <a:xfrm>
              <a:off x="592667" y="2988733"/>
              <a:ext cx="1820333" cy="1397000"/>
            </a:xfrm>
            <a:prstGeom prst="rect">
              <a:avLst/>
            </a:prstGeom>
            <a:noFill/>
            <a:ln w="21167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2667" y="2988733"/>
              <a:ext cx="254000" cy="254000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931333" y="3038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48833" y="3348567"/>
              <a:ext cx="508000" cy="508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613833" y="39063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8146" y="4095750"/>
              <a:ext cx="134937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192.168.0.0/16</a:t>
              </a:r>
            </a:p>
          </p:txBody>
        </p:sp>
        <p:pic>
          <p:nvPicPr>
            <p:cNvPr id="10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772833" y="3348567"/>
              <a:ext cx="508000" cy="508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545292" y="3906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799167" y="3602567"/>
              <a:ext cx="93133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323167" y="3602567"/>
              <a:ext cx="529166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3305969" y="3386667"/>
              <a:ext cx="5635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5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894667" y="33485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3259667" y="39063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445000" y="3602567"/>
              <a:ext cx="182033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8" name="Rectangle 17"/>
            <p:cNvSpPr/>
            <p:nvPr/>
          </p:nvSpPr>
          <p:spPr>
            <a:xfrm>
              <a:off x="4953000" y="1083733"/>
              <a:ext cx="6646333" cy="4931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953000" y="1083733"/>
              <a:ext cx="338667" cy="338667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397500" y="1165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164667" y="1507067"/>
              <a:ext cx="2667000" cy="4296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164667" y="15070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5503333" y="1556808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4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307667" y="3348567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5621734" y="39063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A</a:t>
              </a:r>
            </a:p>
          </p:txBody>
        </p:sp>
        <p:pic>
          <p:nvPicPr>
            <p:cNvPr id="26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672667" y="1930400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5241396" y="24881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Services VPC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382948" y="26775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942667" y="1930400"/>
              <a:ext cx="508000" cy="508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715125" y="24881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652948" y="26775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pic>
          <p:nvPicPr>
            <p:cNvPr id="3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672667" y="4766733"/>
              <a:ext cx="508000" cy="508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5496057" y="5324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382948" y="5513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10.3.0.0/16</a:t>
              </a:r>
            </a:p>
          </p:txBody>
        </p:sp>
        <p:pic>
          <p:nvPicPr>
            <p:cNvPr id="3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942667" y="47667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715125" y="5324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652948" y="5513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10.4.0.0/16</a:t>
              </a:r>
            </a:p>
          </p:txBody>
        </p:sp>
        <p:sp>
          <p:nvSpPr>
            <p:cNvPr id="38" name="Freeform 37"/>
            <p:cNvSpPr/>
            <p:nvPr/>
          </p:nvSpPr>
          <p:spPr>
            <a:xfrm>
              <a:off x="5926667" y="2882900"/>
              <a:ext cx="529166" cy="423333"/>
            </a:xfrm>
            <a:custGeom>
              <a:avLst/>
              <a:gdLst/>
              <a:ahLst/>
              <a:cxnLst/>
              <a:rect l="l" t="t" r="r" b="b"/>
              <a:pathLst>
                <a:path w="529166" h="423333">
                  <a:moveTo>
                    <a:pt x="529166" y="423333"/>
                  </a:moveTo>
                  <a:lnTo>
                    <a:pt x="529166" y="211667"/>
                  </a:lnTo>
                  <a:lnTo>
                    <a:pt x="0" y="211667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6667500" y="2882900"/>
              <a:ext cx="529167" cy="423333"/>
            </a:xfrm>
            <a:custGeom>
              <a:avLst/>
              <a:gdLst/>
              <a:ahLst/>
              <a:cxnLst/>
              <a:rect l="l" t="t" r="r" b="b"/>
              <a:pathLst>
                <a:path w="529167" h="423333">
                  <a:moveTo>
                    <a:pt x="0" y="423333"/>
                  </a:moveTo>
                  <a:lnTo>
                    <a:pt x="0" y="211667"/>
                  </a:lnTo>
                  <a:lnTo>
                    <a:pt x="529167" y="211667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5926667" y="4131733"/>
              <a:ext cx="529166" cy="592667"/>
            </a:xfrm>
            <a:custGeom>
              <a:avLst/>
              <a:gdLst/>
              <a:ahLst/>
              <a:cxnLst/>
              <a:rect l="l" t="t" r="r" b="b"/>
              <a:pathLst>
                <a:path w="529166" h="592667">
                  <a:moveTo>
                    <a:pt x="529166" y="0"/>
                  </a:moveTo>
                  <a:lnTo>
                    <a:pt x="529166" y="296334"/>
                  </a:lnTo>
                  <a:lnTo>
                    <a:pt x="0" y="296334"/>
                  </a:lnTo>
                  <a:lnTo>
                    <a:pt x="0" y="592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6667500" y="4131733"/>
              <a:ext cx="529167" cy="592667"/>
            </a:xfrm>
            <a:custGeom>
              <a:avLst/>
              <a:gdLst/>
              <a:ahLst/>
              <a:cxnLst/>
              <a:rect l="l" t="t" r="r" b="b"/>
              <a:pathLst>
                <a:path w="529167" h="592667">
                  <a:moveTo>
                    <a:pt x="0" y="0"/>
                  </a:moveTo>
                  <a:lnTo>
                    <a:pt x="0" y="296334"/>
                  </a:lnTo>
                  <a:lnTo>
                    <a:pt x="529167" y="296334"/>
                  </a:lnTo>
                  <a:lnTo>
                    <a:pt x="529167" y="592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932333" y="1507067"/>
              <a:ext cx="2455333" cy="4296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932333" y="1507067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271000" y="1556808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5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863667" y="3348567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9177734" y="39063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B</a:t>
              </a:r>
            </a:p>
          </p:txBody>
        </p:sp>
        <p:pic>
          <p:nvPicPr>
            <p:cNvPr id="4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863667" y="1930400"/>
              <a:ext cx="508000" cy="508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737990" y="2488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530292" y="2677583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10.16.0.0/16</a:t>
              </a:r>
            </a:p>
          </p:txBody>
        </p:sp>
        <p:pic>
          <p:nvPicPr>
            <p:cNvPr id="50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863667" y="47667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9381464" y="5324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530292" y="5513917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10.17.0.0/16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 flipV="1">
              <a:off x="10117667" y="2882900"/>
              <a:ext cx="0" cy="423333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4" name="Connector 53"/>
            <p:cNvCxnSpPr/>
            <p:nvPr/>
          </p:nvCxnSpPr>
          <p:spPr>
            <a:xfrm>
              <a:off x="10117667" y="4131733"/>
              <a:ext cx="0" cy="592667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6858000" y="3602567"/>
              <a:ext cx="1227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8678333" y="3602567"/>
              <a:ext cx="1143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pic>
          <p:nvPicPr>
            <p:cNvPr id="57" name="Amazon-VPC_Peering-Connection" descr="Amazon VPC_Peering Connection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128000" y="3348567"/>
              <a:ext cx="508000" cy="508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7747661" y="39063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985125" y="4095750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AWS 백본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953000" y="6127750"/>
              <a:ext cx="8112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VPC·VPN은 리전 TGW에 attachment로 연결 · VPC CIDR과 VPN(BGP) 경로는 TGW RT에 전파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953000" y="6297083"/>
              <a:ext cx="4643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라우팅: VPC 서브넷 10.0.0.0/8 · 192.168.0.0/16 → TGW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953000" y="6466417"/>
              <a:ext cx="780256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TGW RT: A 10.16.0.0/13 → peering · B 10.0.0.0/13 · 192.168.0.0/16 → peering (정적 경로)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16177" y="935567"/>
            <a:ext cx="11785864" cy="5715000"/>
            <a:chOff x="316177" y="935567"/>
            <a:chExt cx="11785864" cy="5715000"/>
          </a:xfrm>
        </p:grpSpPr>
        <p:sp>
          <p:nvSpPr>
            <p:cNvPr id="4" name="Rectangle 3"/>
            <p:cNvSpPr/>
            <p:nvPr/>
          </p:nvSpPr>
          <p:spPr>
            <a:xfrm>
              <a:off x="317500" y="935567"/>
              <a:ext cx="10752667" cy="5376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500" y="935567"/>
              <a:ext cx="338667" cy="33866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62000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29167" y="1295400"/>
              <a:ext cx="10329333" cy="4931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9167" y="1295400"/>
              <a:ext cx="254000" cy="2540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867833" y="1345142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8500" y="1930400"/>
              <a:ext cx="1735667" cy="1693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98500" y="1930400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037167" y="19801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37167" y="21695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25500" y="2417233"/>
              <a:ext cx="1481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5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25500" y="2417233"/>
              <a:ext cx="254000" cy="254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164167" y="24669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7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312333" y="2713567"/>
              <a:ext cx="508000" cy="508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339453" y="3271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98500" y="4364567"/>
              <a:ext cx="1735667" cy="1693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98500" y="4364567"/>
              <a:ext cx="254000" cy="25400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1037167" y="44143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37167" y="4603750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25500" y="4851400"/>
              <a:ext cx="1481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25500" y="4851400"/>
              <a:ext cx="254000" cy="254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64167" y="490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312333" y="5147733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1339453" y="57054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8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29000" y="3708400"/>
              <a:ext cx="508000" cy="508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56120" y="4266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30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29000" y="2713567"/>
              <a:ext cx="508000" cy="508000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3048661" y="32713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024188" y="3460750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3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29000" y="5147733"/>
              <a:ext cx="508000" cy="5080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3201458" y="5705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726531" y="5894917"/>
              <a:ext cx="1912937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0.0.0.0/0 → 검사 VPC</a:t>
              </a:r>
            </a:p>
          </p:txBody>
        </p:sp>
        <p:sp>
          <p:nvSpPr>
            <p:cNvPr id="36" name="Freeform 35"/>
            <p:cNvSpPr/>
            <p:nvPr/>
          </p:nvSpPr>
          <p:spPr>
            <a:xfrm>
              <a:off x="2476500" y="2967567"/>
              <a:ext cx="910167" cy="910166"/>
            </a:xfrm>
            <a:custGeom>
              <a:avLst/>
              <a:gdLst/>
              <a:ahLst/>
              <a:cxnLst/>
              <a:rect l="l" t="t" r="r" b="b"/>
              <a:pathLst>
                <a:path w="910167" h="910166">
                  <a:moveTo>
                    <a:pt x="0" y="0"/>
                  </a:moveTo>
                  <a:lnTo>
                    <a:pt x="635000" y="0"/>
                  </a:lnTo>
                  <a:lnTo>
                    <a:pt x="635000" y="910166"/>
                  </a:lnTo>
                  <a:lnTo>
                    <a:pt x="910167" y="9101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Freeform 36"/>
            <p:cNvSpPr/>
            <p:nvPr/>
          </p:nvSpPr>
          <p:spPr>
            <a:xfrm>
              <a:off x="2476500" y="4047067"/>
              <a:ext cx="910167" cy="1354666"/>
            </a:xfrm>
            <a:custGeom>
              <a:avLst/>
              <a:gdLst/>
              <a:ahLst/>
              <a:cxnLst/>
              <a:rect l="l" t="t" r="r" b="b"/>
              <a:pathLst>
                <a:path w="910167" h="1354666">
                  <a:moveTo>
                    <a:pt x="0" y="1354666"/>
                  </a:moveTo>
                  <a:lnTo>
                    <a:pt x="635000" y="1354666"/>
                  </a:lnTo>
                  <a:lnTo>
                    <a:pt x="635000" y="0"/>
                  </a:lnTo>
                  <a:lnTo>
                    <a:pt x="910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08500" y="1612900"/>
              <a:ext cx="5926667" cy="4529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9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08500" y="1612900"/>
              <a:ext cx="254000" cy="254000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4847167" y="1662642"/>
              <a:ext cx="1574271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847167" y="1852083"/>
              <a:ext cx="1262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100.64.0.0/16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677833" y="2099733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804833" y="21494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677833" y="4533900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804833" y="4583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804833" y="2417233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04833" y="2417233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5143500" y="24669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6371167" y="2417233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371167" y="2417233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6709833" y="2466975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106833" y="2417233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06833" y="2417233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445500" y="24669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804833" y="4851400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04833" y="4851400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5143500" y="490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6371167" y="4851400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9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371167" y="4851400"/>
              <a:ext cx="254000" cy="254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6709833" y="49011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8106833" y="4851400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2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06833" y="4851400"/>
              <a:ext cx="254000" cy="2540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8445500" y="49011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4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270500" y="2713567"/>
              <a:ext cx="508000" cy="50800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5093891" y="3271308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6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21500" y="2713567"/>
              <a:ext cx="508000" cy="508000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6235568" y="32713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8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93667" y="2713567"/>
              <a:ext cx="508000" cy="508000"/>
            </a:xfrm>
            <a:prstGeom prst="rect">
              <a:avLst/>
            </a:prstGeom>
          </p:spPr>
        </p:pic>
        <p:sp>
          <p:nvSpPr>
            <p:cNvPr id="69" name="TextBox 68"/>
            <p:cNvSpPr txBox="1"/>
            <p:nvPr/>
          </p:nvSpPr>
          <p:spPr>
            <a:xfrm>
              <a:off x="8213328" y="32713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0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270500" y="5147733"/>
              <a:ext cx="508000" cy="508000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5093891" y="5705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72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21500" y="5147733"/>
              <a:ext cx="508000" cy="508000"/>
            </a:xfrm>
            <a:prstGeom prst="rect">
              <a:avLst/>
            </a:prstGeom>
          </p:spPr>
        </p:pic>
        <p:sp>
          <p:nvSpPr>
            <p:cNvPr id="73" name="TextBox 72"/>
            <p:cNvSpPr txBox="1"/>
            <p:nvPr/>
          </p:nvSpPr>
          <p:spPr>
            <a:xfrm>
              <a:off x="6235568" y="57054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4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93667" y="5147733"/>
              <a:ext cx="508000" cy="508000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8213328" y="570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6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6921500" y="3708400"/>
              <a:ext cx="508000" cy="508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6082771" y="4266142"/>
              <a:ext cx="218545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10181167" y="3708400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9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181167" y="3708400"/>
              <a:ext cx="508000" cy="508000"/>
            </a:xfrm>
            <a:prstGeom prst="rect">
              <a:avLst/>
            </a:prstGeom>
          </p:spPr>
        </p:pic>
        <p:sp>
          <p:nvSpPr>
            <p:cNvPr id="80" name="TextBox 79"/>
            <p:cNvSpPr txBox="1"/>
            <p:nvPr/>
          </p:nvSpPr>
          <p:spPr>
            <a:xfrm>
              <a:off x="10208286" y="4266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81" name="Freeform 80"/>
            <p:cNvSpPr/>
            <p:nvPr/>
          </p:nvSpPr>
          <p:spPr>
            <a:xfrm>
              <a:off x="3979333" y="2967567"/>
              <a:ext cx="1248834" cy="910166"/>
            </a:xfrm>
            <a:custGeom>
              <a:avLst/>
              <a:gdLst/>
              <a:ahLst/>
              <a:cxnLst/>
              <a:rect l="l" t="t" r="r" b="b"/>
              <a:pathLst>
                <a:path w="1248834" h="910166">
                  <a:moveTo>
                    <a:pt x="0" y="910166"/>
                  </a:moveTo>
                  <a:lnTo>
                    <a:pt x="359834" y="910166"/>
                  </a:lnTo>
                  <a:lnTo>
                    <a:pt x="359834" y="0"/>
                  </a:lnTo>
                  <a:lnTo>
                    <a:pt x="1248834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Freeform 81"/>
            <p:cNvSpPr/>
            <p:nvPr/>
          </p:nvSpPr>
          <p:spPr>
            <a:xfrm>
              <a:off x="3979333" y="4047067"/>
              <a:ext cx="1248834" cy="1354666"/>
            </a:xfrm>
            <a:custGeom>
              <a:avLst/>
              <a:gdLst/>
              <a:ahLst/>
              <a:cxnLst/>
              <a:rect l="l" t="t" r="r" b="b"/>
              <a:pathLst>
                <a:path w="1248834" h="1354666">
                  <a:moveTo>
                    <a:pt x="0" y="0"/>
                  </a:moveTo>
                  <a:lnTo>
                    <a:pt x="359834" y="0"/>
                  </a:lnTo>
                  <a:lnTo>
                    <a:pt x="359834" y="1354666"/>
                  </a:lnTo>
                  <a:lnTo>
                    <a:pt x="1248834" y="13546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3" name="Connector 82"/>
            <p:cNvCxnSpPr/>
            <p:nvPr/>
          </p:nvCxnSpPr>
          <p:spPr>
            <a:xfrm>
              <a:off x="5820833" y="2967567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4" name="Connector 83"/>
            <p:cNvCxnSpPr/>
            <p:nvPr/>
          </p:nvCxnSpPr>
          <p:spPr>
            <a:xfrm>
              <a:off x="5820833" y="5401733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5" name="Connector 84"/>
            <p:cNvCxnSpPr/>
            <p:nvPr/>
          </p:nvCxnSpPr>
          <p:spPr>
            <a:xfrm>
              <a:off x="7471833" y="2967567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6" name="Connector 85"/>
            <p:cNvCxnSpPr/>
            <p:nvPr/>
          </p:nvCxnSpPr>
          <p:spPr>
            <a:xfrm>
              <a:off x="7471833" y="5401733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7" name="Freeform 86"/>
            <p:cNvSpPr/>
            <p:nvPr/>
          </p:nvSpPr>
          <p:spPr>
            <a:xfrm>
              <a:off x="9144000" y="2967567"/>
              <a:ext cx="994833" cy="994833"/>
            </a:xfrm>
            <a:custGeom>
              <a:avLst/>
              <a:gdLst/>
              <a:ahLst/>
              <a:cxnLst/>
              <a:rect l="l" t="t" r="r" b="b"/>
              <a:pathLst>
                <a:path w="994833" h="994833">
                  <a:moveTo>
                    <a:pt x="0" y="0"/>
                  </a:moveTo>
                  <a:lnTo>
                    <a:pt x="698500" y="0"/>
                  </a:lnTo>
                  <a:lnTo>
                    <a:pt x="698500" y="994833"/>
                  </a:lnTo>
                  <a:lnTo>
                    <a:pt x="994833" y="994833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Freeform 87"/>
            <p:cNvSpPr/>
            <p:nvPr/>
          </p:nvSpPr>
          <p:spPr>
            <a:xfrm>
              <a:off x="9144000" y="3962400"/>
              <a:ext cx="698500" cy="1439333"/>
            </a:xfrm>
            <a:custGeom>
              <a:avLst/>
              <a:gdLst/>
              <a:ahLst/>
              <a:cxnLst/>
              <a:rect l="l" t="t" r="r" b="b"/>
              <a:pathLst>
                <a:path w="698500" h="1439333">
                  <a:moveTo>
                    <a:pt x="0" y="1439333"/>
                  </a:moveTo>
                  <a:lnTo>
                    <a:pt x="698500" y="1439333"/>
                  </a:lnTo>
                  <a:lnTo>
                    <a:pt x="698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9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366500" y="3708400"/>
              <a:ext cx="508000" cy="508000"/>
            </a:xfrm>
            <a:prstGeom prst="rect">
              <a:avLst/>
            </a:prstGeom>
          </p:spPr>
        </p:pic>
        <p:sp>
          <p:nvSpPr>
            <p:cNvPr id="90" name="TextBox 89"/>
            <p:cNvSpPr txBox="1"/>
            <p:nvPr/>
          </p:nvSpPr>
          <p:spPr>
            <a:xfrm>
              <a:off x="11138958" y="42661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91" name="Connector 90"/>
            <p:cNvCxnSpPr/>
            <p:nvPr/>
          </p:nvCxnSpPr>
          <p:spPr>
            <a:xfrm>
              <a:off x="10731500" y="3962400"/>
              <a:ext cx="59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92" name="Oval 91"/>
            <p:cNvSpPr/>
            <p:nvPr/>
          </p:nvSpPr>
          <p:spPr>
            <a:xfrm>
              <a:off x="3143250" y="3623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3141927" y="3651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4" name="Oval 93"/>
            <p:cNvSpPr/>
            <p:nvPr/>
          </p:nvSpPr>
          <p:spPr>
            <a:xfrm>
              <a:off x="4053417" y="3623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4052094" y="3651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6" name="Oval 95"/>
            <p:cNvSpPr/>
            <p:nvPr/>
          </p:nvSpPr>
          <p:spPr>
            <a:xfrm>
              <a:off x="6519333" y="27135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6518010" y="27410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8" name="Oval 97"/>
            <p:cNvSpPr/>
            <p:nvPr/>
          </p:nvSpPr>
          <p:spPr>
            <a:xfrm>
              <a:off x="7620000" y="27135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7618677" y="27410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100" name="Oval 99"/>
            <p:cNvSpPr/>
            <p:nvPr/>
          </p:nvSpPr>
          <p:spPr>
            <a:xfrm>
              <a:off x="9260417" y="27135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9259094" y="27410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102" name="Oval 101"/>
            <p:cNvSpPr/>
            <p:nvPr/>
          </p:nvSpPr>
          <p:spPr>
            <a:xfrm>
              <a:off x="317500" y="6438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316177" y="6466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613833" y="6466417"/>
              <a:ext cx="9842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→ TGW</a:t>
              </a:r>
            </a:p>
          </p:txBody>
        </p:sp>
        <p:sp>
          <p:nvSpPr>
            <p:cNvPr id="105" name="Oval 104"/>
            <p:cNvSpPr/>
            <p:nvPr/>
          </p:nvSpPr>
          <p:spPr>
            <a:xfrm>
              <a:off x="1511300" y="6438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1509977" y="6466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1807633" y="6466417"/>
              <a:ext cx="418306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Spoke RT 0.0.0.0/0 → 검사 VPC (appliance mode)</a:t>
              </a:r>
            </a:p>
          </p:txBody>
        </p:sp>
        <p:sp>
          <p:nvSpPr>
            <p:cNvPr id="108" name="Oval 107"/>
            <p:cNvSpPr/>
            <p:nvPr/>
          </p:nvSpPr>
          <p:spPr>
            <a:xfrm>
              <a:off x="5264150" y="6438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5262827" y="6466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5560483" y="6466417"/>
              <a:ext cx="3833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같은 AZ 방화벽에서 검사 (VPC 간은 TGW로 반환)</a:t>
              </a:r>
            </a:p>
          </p:txBody>
        </p:sp>
        <p:sp>
          <p:nvSpPr>
            <p:cNvPr id="111" name="Oval 110"/>
            <p:cNvSpPr/>
            <p:nvPr/>
          </p:nvSpPr>
          <p:spPr>
            <a:xfrm>
              <a:off x="8737600" y="6438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8736277" y="6466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9033933" y="6466417"/>
              <a:ext cx="209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방화벽 → NAT (인터넷행)</a:t>
              </a:r>
            </a:p>
          </p:txBody>
        </p:sp>
        <p:sp>
          <p:nvSpPr>
            <p:cNvPr id="114" name="Oval 113"/>
            <p:cNvSpPr/>
            <p:nvPr/>
          </p:nvSpPr>
          <p:spPr>
            <a:xfrm>
              <a:off x="10820400" y="6438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10819077" y="6466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11116733" y="6466417"/>
              <a:ext cx="9842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NAT → IGW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2026-10-23T10:05:11Z</dcterms:created>
  <dcterms:modified xsi:type="dcterms:W3CDTF">2026-10-23T10:05:11Z</dcterms:modified>
  <cp:category/>
</cp:coreProperties>
</file>