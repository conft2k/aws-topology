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0658078" cy="5674784"/>
            <a:chOff x="750755" y="956733"/>
            <a:chExt cx="10658078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25500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02167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2052433" cy="5685366"/>
            <a:chOff x="242755" y="935567"/>
            <a:chExt cx="12052433" cy="5685366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17500" y="6286500"/>
              <a:ext cx="939006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IGW → GWLBe (인그레스 라우팅)  ② GWLBe ⇄ GWLB  ③ GWLB ⇄ 방화벽 (검사 후 GWLB → GWLBe로 반환)  ④ GWLBe → EC2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17500" y="6455833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98056" y="1134747"/>
            <a:ext cx="12375554" cy="5361151"/>
            <a:chOff x="398056" y="1134747"/>
            <a:chExt cx="12375554" cy="5361151"/>
          </a:xfrm>
        </p:grpSpPr>
        <p:sp>
          <p:nvSpPr>
            <p:cNvPr id="4" name="Rectangle 3"/>
            <p:cNvSpPr/>
            <p:nvPr/>
          </p:nvSpPr>
          <p:spPr>
            <a:xfrm>
              <a:off x="398056" y="3041123"/>
              <a:ext cx="1821648" cy="1398009"/>
            </a:xfrm>
            <a:prstGeom prst="rect">
              <a:avLst/>
            </a:prstGeom>
            <a:noFill/>
            <a:ln w="21182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056" y="3041123"/>
              <a:ext cx="254183" cy="254183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36967" y="3090900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4696" y="3401216"/>
              <a:ext cx="508367" cy="5083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19238" y="3959360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3705" y="4148939"/>
              <a:ext cx="135034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79796" y="3401216"/>
              <a:ext cx="508367" cy="508367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2090" y="3959360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5427" y="3655399"/>
              <a:ext cx="932005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0527" y="3655399"/>
              <a:ext cx="52954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3317" y="3439343"/>
              <a:ext cx="56396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2440" y="3401216"/>
              <a:ext cx="508367" cy="508367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6981" y="3959360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3170" y="3655399"/>
              <a:ext cx="182164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1537" y="1134747"/>
              <a:ext cx="7032407" cy="4935394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1537" y="1134747"/>
              <a:ext cx="338911" cy="338911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6358" y="1216827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3357" y="1558386"/>
              <a:ext cx="3050201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3357" y="1558386"/>
              <a:ext cx="254183" cy="254183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268" y="1608164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82" y="3401216"/>
              <a:ext cx="508367" cy="50836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0754" y="3959360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1982025"/>
              <a:ext cx="508367" cy="508367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141" y="2540170"/>
              <a:ext cx="137153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1796" y="272974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1982025"/>
              <a:ext cx="508367" cy="508367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934" y="2540170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712" y="272974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4820406"/>
              <a:ext cx="508367" cy="508367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4987" y="5378551"/>
              <a:ext cx="86184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1796" y="5568129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4820406"/>
              <a:ext cx="508367" cy="508367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934" y="5378551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712" y="5568129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5907" y="2935213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529549" y="423639"/>
                  </a:moveTo>
                  <a:lnTo>
                    <a:pt x="529549" y="211819"/>
                  </a:lnTo>
                  <a:lnTo>
                    <a:pt x="0" y="211819"/>
                  </a:lnTo>
                  <a:lnTo>
                    <a:pt x="0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275" y="2935213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0" y="423639"/>
                  </a:moveTo>
                  <a:lnTo>
                    <a:pt x="0" y="211819"/>
                  </a:lnTo>
                  <a:lnTo>
                    <a:pt x="529549" y="211819"/>
                  </a:lnTo>
                  <a:lnTo>
                    <a:pt x="529549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5907" y="4184948"/>
              <a:ext cx="529549" cy="593095"/>
            </a:xfrm>
            <a:custGeom>
              <a:avLst/>
              <a:gdLst/>
              <a:ahLst/>
              <a:cxnLst/>
              <a:rect l="l" t="t" r="r" b="b"/>
              <a:pathLst>
                <a:path w="529549" h="593095">
                  <a:moveTo>
                    <a:pt x="529549" y="0"/>
                  </a:moveTo>
                  <a:lnTo>
                    <a:pt x="529549" y="296547"/>
                  </a:lnTo>
                  <a:lnTo>
                    <a:pt x="0" y="296547"/>
                  </a:lnTo>
                  <a:lnTo>
                    <a:pt x="0" y="593095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275" y="4184948"/>
              <a:ext cx="529549" cy="593095"/>
            </a:xfrm>
            <a:custGeom>
              <a:avLst/>
              <a:gdLst/>
              <a:ahLst/>
              <a:cxnLst/>
              <a:rect l="l" t="t" r="r" b="b"/>
              <a:pathLst>
                <a:path w="529549" h="593095">
                  <a:moveTo>
                    <a:pt x="0" y="0"/>
                  </a:moveTo>
                  <a:lnTo>
                    <a:pt x="0" y="296547"/>
                  </a:lnTo>
                  <a:lnTo>
                    <a:pt x="529549" y="296547"/>
                  </a:lnTo>
                  <a:lnTo>
                    <a:pt x="529549" y="593095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5019" y="1558386"/>
              <a:ext cx="2457106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5019" y="1558386"/>
              <a:ext cx="254183" cy="254183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3930" y="1608164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7025" y="3401216"/>
              <a:ext cx="508367" cy="508367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70597" y="3959360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1982025"/>
              <a:ext cx="508367" cy="508367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31257" y="2540170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3409" y="2729748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4820406"/>
              <a:ext cx="508367" cy="508367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4473" y="5378551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3409" y="5568129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11208" y="2935213"/>
              <a:ext cx="0" cy="423639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11208" y="4184948"/>
              <a:ext cx="0" cy="593095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913" y="3655399"/>
              <a:ext cx="1609828" cy="0"/>
            </a:xfrm>
            <a:prstGeom prst="line">
              <a:avLst/>
            </a:prstGeom>
            <a:ln w="2647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70835" y="3655399"/>
              <a:ext cx="1143826" cy="0"/>
            </a:xfrm>
            <a:prstGeom prst="line">
              <a:avLst/>
            </a:prstGeom>
            <a:ln w="26477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20105" y="3401216"/>
              <a:ext cx="508367" cy="508367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9492" y="3959360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7127" y="4148939"/>
              <a:ext cx="7943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98056" y="6161224"/>
              <a:ext cx="898379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398056" y="6330679"/>
              <a:ext cx="1237555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 · TGW A 10.16.0.0/13 → peering · TGW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81000" y="999067"/>
            <a:ext cx="14081125" cy="5643033"/>
            <a:chOff x="381000" y="999067"/>
            <a:chExt cx="14081125" cy="5643033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58900"/>
              <a:ext cx="10202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925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19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121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876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649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257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428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428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861733"/>
              <a:ext cx="867833" cy="910167"/>
            </a:xfrm>
            <a:custGeom>
              <a:avLst/>
              <a:gdLst/>
              <a:ahLst/>
              <a:cxnLst/>
              <a:rect l="l" t="t" r="r" b="b"/>
              <a:pathLst>
                <a:path w="867833" h="910167">
                  <a:moveTo>
                    <a:pt x="0" y="0"/>
                  </a:moveTo>
                  <a:lnTo>
                    <a:pt x="656167" y="0"/>
                  </a:lnTo>
                  <a:lnTo>
                    <a:pt x="656167" y="910167"/>
                  </a:lnTo>
                  <a:lnTo>
                    <a:pt x="867833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941233"/>
              <a:ext cx="867833" cy="1354667"/>
            </a:xfrm>
            <a:custGeom>
              <a:avLst/>
              <a:gdLst/>
              <a:ahLst/>
              <a:cxnLst/>
              <a:rect l="l" t="t" r="r" b="b"/>
              <a:pathLst>
                <a:path w="867833" h="1354667">
                  <a:moveTo>
                    <a:pt x="0" y="1354667"/>
                  </a:moveTo>
                  <a:lnTo>
                    <a:pt x="656167" y="1354667"/>
                  </a:lnTo>
                  <a:lnTo>
                    <a:pt x="656167" y="0"/>
                  </a:lnTo>
                  <a:lnTo>
                    <a:pt x="867833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27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26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16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5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828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815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835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821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3239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3225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381000" y="6307667"/>
              <a:ext cx="12858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VPC → TGW  ② Spoke RT 0.0.0.0/0 → 검사 VPC (appliance mode)  ③ 같은 AZ 방화벽에서 검사 (VPC 간은 TGW로 반환)  ④ 방화벽 → NAT (인터넷행)  ⑤ NAT → IGW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810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2026-10-23T02:44:02Z</dcterms:created>
  <dcterms:modified xsi:type="dcterms:W3CDTF">2026-10-23T02:44:02Z</dcterms:modified>
  <cp:category/>
</cp:coreProperties>
</file>