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62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25.png"/><Relationship Id="rId17" Type="http://schemas.openxmlformats.org/officeDocument/2006/relationships/image" Target="../media/image26.svg"/><Relationship Id="rId18" Type="http://schemas.openxmlformats.org/officeDocument/2006/relationships/image" Target="../media/image29.png"/><Relationship Id="rId19" Type="http://schemas.openxmlformats.org/officeDocument/2006/relationships/image" Target="../media/image3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7.png"/><Relationship Id="rId13" Type="http://schemas.openxmlformats.org/officeDocument/2006/relationships/image" Target="../media/image8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Relationship Id="rId18" Type="http://schemas.openxmlformats.org/officeDocument/2006/relationships/image" Target="../media/image53.png"/><Relationship Id="rId19" Type="http://schemas.openxmlformats.org/officeDocument/2006/relationships/image" Target="../media/image5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5.png"/><Relationship Id="rId15" Type="http://schemas.openxmlformats.org/officeDocument/2006/relationships/image" Target="../media/image56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7.png"/><Relationship Id="rId19" Type="http://schemas.openxmlformats.org/officeDocument/2006/relationships/image" Target="../media/image58.svg"/><Relationship Id="rId20" Type="http://schemas.openxmlformats.org/officeDocument/2006/relationships/image" Target="../media/image59.png"/><Relationship Id="rId21" Type="http://schemas.openxmlformats.org/officeDocument/2006/relationships/image" Target="../media/image6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61.png"/><Relationship Id="rId25" Type="http://schemas.openxmlformats.org/officeDocument/2006/relationships/image" Target="../media/image62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750755" y="956733"/>
            <a:ext cx="10658078" cy="5674784"/>
            <a:chOff x="750755" y="956733"/>
            <a:chExt cx="10658078" cy="5674784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500" y="3666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750755" y="4223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37833" y="956733"/>
              <a:ext cx="9271000" cy="54398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7833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582333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55333" y="2671233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227792" y="32289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165615" y="34184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NLB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323167" y="1316567"/>
              <a:ext cx="7916333" cy="4995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23167" y="1316567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661833" y="1366308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160000" y="2671233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187120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55969" y="3418417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160000" y="3666067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30594" y="4223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02031" y="4413250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160000" y="5105400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238052" y="56631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735344" y="5852583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661833" y="1634067"/>
              <a:ext cx="5926667" cy="4550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661833" y="16340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4000500" y="1683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788833" y="1951567"/>
              <a:ext cx="5672667" cy="1629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9158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788833" y="4491567"/>
              <a:ext cx="5672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915833" y="454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915833" y="2269067"/>
              <a:ext cx="1693333" cy="1227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254500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863167" y="2269067"/>
              <a:ext cx="3471333" cy="1227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201833" y="231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915833" y="4809067"/>
              <a:ext cx="1693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915833" y="4809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2545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863167" y="4809067"/>
              <a:ext cx="3471333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863167" y="4809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201833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2671233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128161" y="3228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508500" y="5105400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128161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175500" y="2353733"/>
              <a:ext cx="2032000" cy="3577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175500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514167" y="2403475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2671233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541286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2671233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514953" y="3228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514167" y="5105400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541286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487833" y="5105400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5149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508500" y="3666067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535620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407833" y="3666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407833" y="3666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434953" y="4223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375833" y="3920067"/>
              <a:ext cx="1989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1322917" y="3704167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958167" y="3920067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5058833" y="3920067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639594" y="37041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:8080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1079500" y="2925233"/>
              <a:ext cx="1333500" cy="698500"/>
            </a:xfrm>
            <a:custGeom>
              <a:avLst/>
              <a:gdLst/>
              <a:ahLst/>
              <a:cxnLst/>
              <a:rect l="l" t="t" r="r" b="b"/>
              <a:pathLst>
                <a:path w="1333500" h="698500">
                  <a:moveTo>
                    <a:pt x="0" y="698500"/>
                  </a:moveTo>
                  <a:lnTo>
                    <a:pt x="0" y="0"/>
                  </a:lnTo>
                  <a:lnTo>
                    <a:pt x="1333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1338792" y="2719917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5058833" y="2925233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037792" y="2719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5058833" y="5359400"/>
              <a:ext cx="2074334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037792" y="5154083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825500" y="6466417"/>
              <a:ext cx="10144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 · TLS 종료 · 라우팅: Public subnet 0.0.0.0/0 → IGW, App subnet 0.0.0.0/0 → NAT gateway (같은 AZ)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27422" y="935567"/>
            <a:ext cx="11590735" cy="5643033"/>
            <a:chOff x="327422" y="935567"/>
            <a:chExt cx="11590735" cy="56430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2167" y="3623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27422" y="4160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35567"/>
              <a:ext cx="10138833" cy="5418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pic>
          <p:nvPicPr>
            <p:cNvPr id="9" name="Amazon-Route-53" descr="Amazon Route 53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21417" y="1358900"/>
              <a:ext cx="508000" cy="508000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1793875" y="1895475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731698" y="2084917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alias → ALB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772833" y="1295400"/>
              <a:ext cx="9059333" cy="4974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Region_32" descr="Region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772833" y="12954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111500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064750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091870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017125" y="3376083"/>
              <a:ext cx="6032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인증서</a:t>
              </a:r>
            </a:p>
          </p:txBody>
        </p:sp>
        <p:pic>
          <p:nvPicPr>
            <p:cNvPr id="18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064750" y="508423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9888141" y="5620808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949656" y="5810250"/>
              <a:ext cx="73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Web ACL</a:t>
              </a:r>
            </a:p>
          </p:txBody>
        </p:sp>
        <p:pic>
          <p:nvPicPr>
            <p:cNvPr id="21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1080750" y="2650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751344" y="318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822781" y="3376083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4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1080750" y="5084233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1158802" y="5620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830719" y="5810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액세스 로그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111500" y="1612900"/>
              <a:ext cx="6815667" cy="4529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8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111500" y="1612900"/>
              <a:ext cx="254000" cy="254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450167" y="16626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3217333" y="1930400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3443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217333" y="4449233"/>
              <a:ext cx="6604000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344333" y="44989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344333" y="2247900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2247900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3683000" y="2297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5016500" y="2247900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2247900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5355167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8445500" y="2247900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2247900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8784167" y="2297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3344333" y="4766733"/>
              <a:ext cx="1545167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344333" y="47667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3683000" y="4816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016500" y="4766733"/>
              <a:ext cx="3302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016500" y="4766733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5355167" y="481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445500" y="4766733"/>
              <a:ext cx="12700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445500" y="4766733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784167" y="4816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2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3482578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4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862917" y="5084233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3482578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6286500" y="2332567"/>
              <a:ext cx="1947333" cy="35560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86500" y="23325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6625167" y="2382308"/>
              <a:ext cx="198172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2650067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6652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2650067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7668286" y="318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3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625167" y="50842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652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5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641167" y="50842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7668286" y="5620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7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2650067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8446161" y="3186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69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826500" y="5084233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8446161" y="5620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1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862917" y="3623733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389003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2857500" y="3623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4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857500" y="3623733"/>
              <a:ext cx="508000" cy="508000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2884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6" name="Connector 75"/>
            <p:cNvCxnSpPr/>
            <p:nvPr/>
          </p:nvCxnSpPr>
          <p:spPr>
            <a:xfrm>
              <a:off x="952500" y="3877733"/>
              <a:ext cx="186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7" name="TextBox 76"/>
            <p:cNvSpPr txBox="1"/>
            <p:nvPr/>
          </p:nvSpPr>
          <p:spPr>
            <a:xfrm>
              <a:off x="844021" y="3661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8" name="Connector 77"/>
            <p:cNvCxnSpPr/>
            <p:nvPr/>
          </p:nvCxnSpPr>
          <p:spPr>
            <a:xfrm>
              <a:off x="3407833" y="3877733"/>
              <a:ext cx="412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79" name="Connector 78"/>
            <p:cNvCxnSpPr/>
            <p:nvPr/>
          </p:nvCxnSpPr>
          <p:spPr>
            <a:xfrm>
              <a:off x="4413250" y="38777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0" name="TextBox 79"/>
            <p:cNvSpPr txBox="1"/>
            <p:nvPr/>
          </p:nvSpPr>
          <p:spPr>
            <a:xfrm>
              <a:off x="4921250" y="3661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233833" y="2904067"/>
              <a:ext cx="550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2" name="TextBox 81"/>
            <p:cNvSpPr txBox="1"/>
            <p:nvPr/>
          </p:nvSpPr>
          <p:spPr>
            <a:xfrm>
              <a:off x="8441531" y="269875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3" name="Freeform 82"/>
            <p:cNvSpPr/>
            <p:nvPr/>
          </p:nvSpPr>
          <p:spPr>
            <a:xfrm>
              <a:off x="656167" y="1612900"/>
              <a:ext cx="1322916" cy="1968500"/>
            </a:xfrm>
            <a:custGeom>
              <a:avLst/>
              <a:gdLst/>
              <a:ahLst/>
              <a:cxnLst/>
              <a:rect l="l" t="t" r="r" b="b"/>
              <a:pathLst>
                <a:path w="1322916" h="1968500">
                  <a:moveTo>
                    <a:pt x="0" y="1968500"/>
                  </a:moveTo>
                  <a:lnTo>
                    <a:pt x="0" y="0"/>
                  </a:lnTo>
                  <a:lnTo>
                    <a:pt x="1322916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894292" y="14075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5" name="Connector 84"/>
            <p:cNvCxnSpPr/>
            <p:nvPr/>
          </p:nvCxnSpPr>
          <p:spPr>
            <a:xfrm flipH="1">
              <a:off x="4413250" y="2904067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6" name="TextBox 85"/>
            <p:cNvSpPr txBox="1"/>
            <p:nvPr/>
          </p:nvSpPr>
          <p:spPr>
            <a:xfrm>
              <a:off x="5169958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7" name="Connector 86"/>
            <p:cNvCxnSpPr/>
            <p:nvPr/>
          </p:nvCxnSpPr>
          <p:spPr>
            <a:xfrm flipH="1">
              <a:off x="4413250" y="5338233"/>
              <a:ext cx="1830917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8" name="TextBox 87"/>
            <p:cNvSpPr txBox="1"/>
            <p:nvPr/>
          </p:nvSpPr>
          <p:spPr>
            <a:xfrm>
              <a:off x="5169958" y="513291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89" name="Freeform 88"/>
            <p:cNvSpPr/>
            <p:nvPr/>
          </p:nvSpPr>
          <p:spPr>
            <a:xfrm>
              <a:off x="9376833" y="3031067"/>
              <a:ext cx="211667" cy="2180166"/>
            </a:xfrm>
            <a:custGeom>
              <a:avLst/>
              <a:gdLst/>
              <a:ahLst/>
              <a:cxnLst/>
              <a:rect l="l" t="t" r="r" b="b"/>
              <a:pathLst>
                <a:path w="211667" h="2180166">
                  <a:moveTo>
                    <a:pt x="0" y="0"/>
                  </a:moveTo>
                  <a:lnTo>
                    <a:pt x="211667" y="0"/>
                  </a:lnTo>
                  <a:lnTo>
                    <a:pt x="211667" y="2180166"/>
                  </a:lnTo>
                  <a:lnTo>
                    <a:pt x="0" y="2180166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8495771" y="3915833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02167" y="641350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242755" y="935567"/>
            <a:ext cx="12052433" cy="5706533"/>
            <a:chOff x="242755" y="935567"/>
            <a:chExt cx="12052433" cy="57065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17500" y="3539067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242755" y="40968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35567"/>
              <a:ext cx="10202333" cy="5291667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35567"/>
              <a:ext cx="254000" cy="254000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0531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26167" y="1295400"/>
              <a:ext cx="9906000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26167" y="12954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64833" y="13451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561167" y="1612900"/>
              <a:ext cx="5101167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561167" y="1612900"/>
              <a:ext cx="254000" cy="254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2899833" y="1662642"/>
              <a:ext cx="289851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 10.0.0.0/16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72833" y="1930400"/>
              <a:ext cx="4677833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899833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2772833" y="4364567"/>
              <a:ext cx="4677833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899833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2899833" y="2247900"/>
              <a:ext cx="2582333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2247900"/>
              <a:ext cx="254000" cy="254000"/>
            </a:xfrm>
            <a:prstGeom prst="rect">
              <a:avLst/>
            </a:prstGeom>
          </p:spPr>
        </p:pic>
        <p:sp>
          <p:nvSpPr>
            <p:cNvPr id="21" name="TextBox 20"/>
            <p:cNvSpPr txBox="1"/>
            <p:nvPr/>
          </p:nvSpPr>
          <p:spPr>
            <a:xfrm>
              <a:off x="3238500" y="2297642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5736167" y="2247900"/>
              <a:ext cx="1587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2247900"/>
              <a:ext cx="254000" cy="2540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6074833" y="2297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2899833" y="4682067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899833" y="4682067"/>
              <a:ext cx="254000" cy="254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238500" y="4731808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5736167" y="4682067"/>
              <a:ext cx="158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36167" y="4682067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074833" y="4731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1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2544233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4687755" y="310197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3" name="Amazon-VPC_Endpoints" descr="Amazon VPC_Endpoints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762500" y="4978400"/>
              <a:ext cx="508000" cy="5080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4687755" y="5536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5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2544233"/>
              <a:ext cx="508000" cy="508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303036" y="3101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7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275917" y="4978400"/>
              <a:ext cx="508000" cy="508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6303036" y="5536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2307167" y="35390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0" name="Amazon-VPC_Internet-Gateway" descr="Amazon VPC_Internet Gateway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307167" y="3539067"/>
              <a:ext cx="508000" cy="508000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2334286" y="4096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8001000" y="1612900"/>
              <a:ext cx="3746500" cy="4445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01000" y="1612900"/>
              <a:ext cx="254000" cy="254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8339667" y="1662642"/>
              <a:ext cx="259291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 10.1.0.0/16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212667" y="1930400"/>
              <a:ext cx="33231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39667" y="19801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212667" y="4364567"/>
              <a:ext cx="33231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8339667" y="4414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339667" y="2247900"/>
              <a:ext cx="3111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22479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678333" y="2297642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8339667" y="4682067"/>
              <a:ext cx="3111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339667" y="4682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8678333" y="4731808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075333" y="2332567"/>
              <a:ext cx="1291167" cy="3471333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075333" y="2332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10414000" y="2382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8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254423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10675938" y="3101975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773833" y="4978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10675938" y="5536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2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09000" y="3539067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8485188" y="4096808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4" name="Freeform 63"/>
            <p:cNvSpPr/>
            <p:nvPr/>
          </p:nvSpPr>
          <p:spPr>
            <a:xfrm>
              <a:off x="2857500" y="2798233"/>
              <a:ext cx="1862667" cy="994834"/>
            </a:xfrm>
            <a:custGeom>
              <a:avLst/>
              <a:gdLst/>
              <a:ahLst/>
              <a:cxnLst/>
              <a:rect l="l" t="t" r="r" b="b"/>
              <a:pathLst>
                <a:path w="1862667" h="994834">
                  <a:moveTo>
                    <a:pt x="0" y="994834"/>
                  </a:moveTo>
                  <a:lnTo>
                    <a:pt x="1651000" y="994834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Freeform 64"/>
            <p:cNvSpPr/>
            <p:nvPr/>
          </p:nvSpPr>
          <p:spPr>
            <a:xfrm>
              <a:off x="2857500" y="3793067"/>
              <a:ext cx="1862667" cy="1439333"/>
            </a:xfrm>
            <a:custGeom>
              <a:avLst/>
              <a:gdLst/>
              <a:ahLst/>
              <a:cxnLst/>
              <a:rect l="l" t="t" r="r" b="b"/>
              <a:pathLst>
                <a:path w="1862667" h="1439333">
                  <a:moveTo>
                    <a:pt x="0" y="0"/>
                  </a:moveTo>
                  <a:lnTo>
                    <a:pt x="1651000" y="0"/>
                  </a:lnTo>
                  <a:lnTo>
                    <a:pt x="1651000" y="1439333"/>
                  </a:lnTo>
                  <a:lnTo>
                    <a:pt x="1862667" y="1439333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6" name="Connector 65"/>
            <p:cNvCxnSpPr/>
            <p:nvPr/>
          </p:nvCxnSpPr>
          <p:spPr>
            <a:xfrm>
              <a:off x="5312833" y="2798233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5312833" y="5232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8" name="Freeform 67"/>
            <p:cNvSpPr/>
            <p:nvPr/>
          </p:nvSpPr>
          <p:spPr>
            <a:xfrm>
              <a:off x="5016500" y="3327400"/>
              <a:ext cx="3450167" cy="381000"/>
            </a:xfrm>
            <a:custGeom>
              <a:avLst/>
              <a:gdLst/>
              <a:ahLst/>
              <a:cxnLst/>
              <a:rect l="l" t="t" r="r" b="b"/>
              <a:pathLst>
                <a:path w="3450167" h="381000">
                  <a:moveTo>
                    <a:pt x="3450167" y="381000"/>
                  </a:moveTo>
                  <a:lnTo>
                    <a:pt x="0" y="381000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Freeform 68"/>
            <p:cNvSpPr/>
            <p:nvPr/>
          </p:nvSpPr>
          <p:spPr>
            <a:xfrm>
              <a:off x="5016500" y="3877733"/>
              <a:ext cx="3450167" cy="1058334"/>
            </a:xfrm>
            <a:custGeom>
              <a:avLst/>
              <a:gdLst/>
              <a:ahLst/>
              <a:cxnLst/>
              <a:rect l="l" t="t" r="r" b="b"/>
              <a:pathLst>
                <a:path w="3450167" h="1058334">
                  <a:moveTo>
                    <a:pt x="3450167" y="0"/>
                  </a:moveTo>
                  <a:lnTo>
                    <a:pt x="0" y="0"/>
                  </a:lnTo>
                  <a:lnTo>
                    <a:pt x="0" y="10583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0" name="Connector 69"/>
            <p:cNvCxnSpPr/>
            <p:nvPr/>
          </p:nvCxnSpPr>
          <p:spPr>
            <a:xfrm>
              <a:off x="9059333" y="3793067"/>
              <a:ext cx="973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8958792" y="384175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sp>
          <p:nvSpPr>
            <p:cNvPr id="72" name="Oval 71"/>
            <p:cNvSpPr/>
            <p:nvPr/>
          </p:nvSpPr>
          <p:spPr>
            <a:xfrm>
              <a:off x="3577167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3575844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4" name="Oval 73"/>
            <p:cNvSpPr/>
            <p:nvPr/>
          </p:nvSpPr>
          <p:spPr>
            <a:xfrm>
              <a:off x="7725833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7724510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6" name="Oval 75"/>
            <p:cNvSpPr/>
            <p:nvPr/>
          </p:nvSpPr>
          <p:spPr>
            <a:xfrm>
              <a:off x="9440333" y="3539067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9439010" y="3566583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8" name="Oval 77"/>
            <p:cNvSpPr/>
            <p:nvPr/>
          </p:nvSpPr>
          <p:spPr>
            <a:xfrm>
              <a:off x="58843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58830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0" name="Oval 79"/>
            <p:cNvSpPr/>
            <p:nvPr/>
          </p:nvSpPr>
          <p:spPr>
            <a:xfrm>
              <a:off x="5884333" y="4978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5883010" y="5005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67833" y="3793067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769937" y="3577167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sp>
          <p:nvSpPr>
            <p:cNvPr id="84" name="Oval 83"/>
            <p:cNvSpPr/>
            <p:nvPr/>
          </p:nvSpPr>
          <p:spPr>
            <a:xfrm>
              <a:off x="317500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16177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613833" y="6286500"/>
              <a:ext cx="2547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IGW → GWLBe (인그레스 라우팅)</a:t>
              </a:r>
            </a:p>
          </p:txBody>
        </p:sp>
        <p:sp>
          <p:nvSpPr>
            <p:cNvPr id="87" name="Oval 86"/>
            <p:cNvSpPr/>
            <p:nvPr/>
          </p:nvSpPr>
          <p:spPr>
            <a:xfrm>
              <a:off x="267123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266991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2967567" y="6286500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⇄ GWLB</a:t>
              </a:r>
            </a:p>
          </p:txBody>
        </p:sp>
        <p:sp>
          <p:nvSpPr>
            <p:cNvPr id="90" name="Oval 89"/>
            <p:cNvSpPr/>
            <p:nvPr/>
          </p:nvSpPr>
          <p:spPr>
            <a:xfrm>
              <a:off x="4163483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4162160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459817" y="6286500"/>
              <a:ext cx="37385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 ⇄ 방화벽 (검사 후 GWLB → GWLBe로 반환)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7526867" y="62589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525544" y="62865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7823200" y="6286500"/>
              <a:ext cx="10874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GWLBe → EC2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317500" y="6477000"/>
              <a:ext cx="11977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 (같은 AZ): IGW 엣지 RT 10.0.1.0/24 (AZ1 App) · 10.0.2.0/24 (AZ2 App) → GWLBe · App RT 0.0.0.0/0 → GWLBe · GWLBe RT 0.0.0.0/0 → IGW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98056" y="1134747"/>
            <a:ext cx="12375554" cy="5361151"/>
            <a:chOff x="398056" y="1134747"/>
            <a:chExt cx="12375554" cy="5361151"/>
          </a:xfrm>
        </p:grpSpPr>
        <p:sp>
          <p:nvSpPr>
            <p:cNvPr id="4" name="Rectangle 3"/>
            <p:cNvSpPr/>
            <p:nvPr/>
          </p:nvSpPr>
          <p:spPr>
            <a:xfrm>
              <a:off x="398056" y="3041123"/>
              <a:ext cx="1821648" cy="1398009"/>
            </a:xfrm>
            <a:prstGeom prst="rect">
              <a:avLst/>
            </a:prstGeom>
            <a:noFill/>
            <a:ln w="21182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056" y="3041123"/>
              <a:ext cx="254183" cy="254183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36967" y="3090900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54696" y="3401216"/>
              <a:ext cx="508367" cy="5083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19238" y="3959360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33705" y="4148939"/>
              <a:ext cx="135034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192.168.0.0/16</a:t>
              </a:r>
            </a:p>
          </p:txBody>
        </p:sp>
        <p:pic>
          <p:nvPicPr>
            <p:cNvPr id="10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579796" y="3401216"/>
              <a:ext cx="508367" cy="508367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52090" y="3959360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2" name="Connector 11"/>
            <p:cNvCxnSpPr/>
            <p:nvPr/>
          </p:nvCxnSpPr>
          <p:spPr>
            <a:xfrm>
              <a:off x="1605427" y="3655399"/>
              <a:ext cx="932005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3" name="Connector 12"/>
            <p:cNvCxnSpPr/>
            <p:nvPr/>
          </p:nvCxnSpPr>
          <p:spPr>
            <a:xfrm>
              <a:off x="3130527" y="3655399"/>
              <a:ext cx="529549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4" name="TextBox 13"/>
            <p:cNvSpPr txBox="1"/>
            <p:nvPr/>
          </p:nvSpPr>
          <p:spPr>
            <a:xfrm>
              <a:off x="3113317" y="3439343"/>
              <a:ext cx="563969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5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702440" y="3401216"/>
              <a:ext cx="508367" cy="508367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3066981" y="3959360"/>
              <a:ext cx="177928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253170" y="3655399"/>
              <a:ext cx="182164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8" name="Rectangle 17"/>
            <p:cNvSpPr/>
            <p:nvPr/>
          </p:nvSpPr>
          <p:spPr>
            <a:xfrm>
              <a:off x="4761537" y="1134747"/>
              <a:ext cx="7032407" cy="4935394"/>
            </a:xfrm>
            <a:prstGeom prst="rect">
              <a:avLst/>
            </a:prstGeom>
            <a:noFill/>
            <a:ln w="21182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4761537" y="1134747"/>
              <a:ext cx="338911" cy="338911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5206358" y="1216827"/>
              <a:ext cx="1141839" cy="20652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973357" y="1558386"/>
              <a:ext cx="3050201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973357" y="1558386"/>
              <a:ext cx="254183" cy="254183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5312268" y="1608164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4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117182" y="3401216"/>
              <a:ext cx="508367" cy="508367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5430754" y="3959360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A</a:t>
              </a:r>
            </a:p>
          </p:txBody>
        </p:sp>
        <p:pic>
          <p:nvPicPr>
            <p:cNvPr id="26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1982025"/>
              <a:ext cx="508367" cy="508367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5050141" y="2540170"/>
              <a:ext cx="137153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Services VPC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5191796" y="272974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10.1.0.0/16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1982025"/>
              <a:ext cx="508367" cy="508367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6524934" y="2540170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6462712" y="2729748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10.2.0.0/16</a:t>
              </a:r>
            </a:p>
          </p:txBody>
        </p:sp>
        <p:pic>
          <p:nvPicPr>
            <p:cNvPr id="3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481723" y="4820406"/>
              <a:ext cx="508367" cy="508367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5304987" y="5378551"/>
              <a:ext cx="861841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191796" y="5568129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10.3.0.0/16</a:t>
              </a:r>
            </a:p>
          </p:txBody>
        </p:sp>
        <p:pic>
          <p:nvPicPr>
            <p:cNvPr id="3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752640" y="4820406"/>
              <a:ext cx="508367" cy="508367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524934" y="5378551"/>
              <a:ext cx="96377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62712" y="5568129"/>
              <a:ext cx="10882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10.4.0.0/16</a:t>
              </a:r>
            </a:p>
          </p:txBody>
        </p:sp>
        <p:sp>
          <p:nvSpPr>
            <p:cNvPr id="38" name="Freeform 37"/>
            <p:cNvSpPr/>
            <p:nvPr/>
          </p:nvSpPr>
          <p:spPr>
            <a:xfrm>
              <a:off x="5735907" y="2935213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529549" y="423639"/>
                  </a:moveTo>
                  <a:lnTo>
                    <a:pt x="529549" y="211819"/>
                  </a:lnTo>
                  <a:lnTo>
                    <a:pt x="0" y="211819"/>
                  </a:lnTo>
                  <a:lnTo>
                    <a:pt x="0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Freeform 38"/>
            <p:cNvSpPr/>
            <p:nvPr/>
          </p:nvSpPr>
          <p:spPr>
            <a:xfrm>
              <a:off x="6477275" y="2935213"/>
              <a:ext cx="529549" cy="423639"/>
            </a:xfrm>
            <a:custGeom>
              <a:avLst/>
              <a:gdLst/>
              <a:ahLst/>
              <a:cxnLst/>
              <a:rect l="l" t="t" r="r" b="b"/>
              <a:pathLst>
                <a:path w="529549" h="423639">
                  <a:moveTo>
                    <a:pt x="0" y="423639"/>
                  </a:moveTo>
                  <a:lnTo>
                    <a:pt x="0" y="211819"/>
                  </a:lnTo>
                  <a:lnTo>
                    <a:pt x="529549" y="211819"/>
                  </a:lnTo>
                  <a:lnTo>
                    <a:pt x="529549" y="0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Freeform 39"/>
            <p:cNvSpPr/>
            <p:nvPr/>
          </p:nvSpPr>
          <p:spPr>
            <a:xfrm>
              <a:off x="5735907" y="4184948"/>
              <a:ext cx="529549" cy="593095"/>
            </a:xfrm>
            <a:custGeom>
              <a:avLst/>
              <a:gdLst/>
              <a:ahLst/>
              <a:cxnLst/>
              <a:rect l="l" t="t" r="r" b="b"/>
              <a:pathLst>
                <a:path w="529549" h="593095">
                  <a:moveTo>
                    <a:pt x="529549" y="0"/>
                  </a:moveTo>
                  <a:lnTo>
                    <a:pt x="529549" y="296547"/>
                  </a:lnTo>
                  <a:lnTo>
                    <a:pt x="0" y="296547"/>
                  </a:lnTo>
                  <a:lnTo>
                    <a:pt x="0" y="593095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Freeform 40"/>
            <p:cNvSpPr/>
            <p:nvPr/>
          </p:nvSpPr>
          <p:spPr>
            <a:xfrm>
              <a:off x="6477275" y="4184948"/>
              <a:ext cx="529549" cy="593095"/>
            </a:xfrm>
            <a:custGeom>
              <a:avLst/>
              <a:gdLst/>
              <a:ahLst/>
              <a:cxnLst/>
              <a:rect l="l" t="t" r="r" b="b"/>
              <a:pathLst>
                <a:path w="529549" h="593095">
                  <a:moveTo>
                    <a:pt x="0" y="0"/>
                  </a:moveTo>
                  <a:lnTo>
                    <a:pt x="0" y="296547"/>
                  </a:lnTo>
                  <a:lnTo>
                    <a:pt x="529549" y="296547"/>
                  </a:lnTo>
                  <a:lnTo>
                    <a:pt x="529549" y="593095"/>
                  </a:lnTo>
                </a:path>
              </a:pathLst>
            </a:custGeom>
            <a:noFill/>
            <a:ln w="15886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125019" y="1558386"/>
              <a:ext cx="2457106" cy="4299936"/>
            </a:xfrm>
            <a:prstGeom prst="rect">
              <a:avLst/>
            </a:prstGeom>
            <a:noFill/>
            <a:ln w="21182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3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125019" y="1558386"/>
              <a:ext cx="254183" cy="254183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9463930" y="1608164"/>
              <a:ext cx="2288974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7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5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057025" y="3401216"/>
              <a:ext cx="508367" cy="508367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9370597" y="3959360"/>
              <a:ext cx="188122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 B</a:t>
              </a:r>
            </a:p>
          </p:txBody>
        </p:sp>
        <p:pic>
          <p:nvPicPr>
            <p:cNvPr id="4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1982025"/>
              <a:ext cx="508367" cy="508367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9931257" y="2540170"/>
              <a:ext cx="759902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9723409" y="2729748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10.16.0.0/16</a:t>
              </a:r>
            </a:p>
          </p:txBody>
        </p:sp>
        <p:pic>
          <p:nvPicPr>
            <p:cNvPr id="50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057025" y="4820406"/>
              <a:ext cx="508367" cy="508367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9574473" y="5378551"/>
              <a:ext cx="1473469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9723409" y="5568129"/>
              <a:ext cx="1175598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10.17.0.0/16</a:t>
              </a:r>
            </a:p>
          </p:txBody>
        </p:sp>
        <p:cxnSp>
          <p:nvCxnSpPr>
            <p:cNvPr id="53" name="Connector 52"/>
            <p:cNvCxnSpPr/>
            <p:nvPr/>
          </p:nvCxnSpPr>
          <p:spPr>
            <a:xfrm flipV="1">
              <a:off x="10311208" y="2935213"/>
              <a:ext cx="0" cy="423639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4" name="Connector 53"/>
            <p:cNvCxnSpPr/>
            <p:nvPr/>
          </p:nvCxnSpPr>
          <p:spPr>
            <a:xfrm>
              <a:off x="10311208" y="4184948"/>
              <a:ext cx="0" cy="593095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5" name="Connector 54"/>
            <p:cNvCxnSpPr/>
            <p:nvPr/>
          </p:nvCxnSpPr>
          <p:spPr>
            <a:xfrm>
              <a:off x="6667913" y="3655399"/>
              <a:ext cx="1609828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56" name="Connector 55"/>
            <p:cNvCxnSpPr/>
            <p:nvPr/>
          </p:nvCxnSpPr>
          <p:spPr>
            <a:xfrm>
              <a:off x="8870835" y="3655399"/>
              <a:ext cx="1143826" cy="0"/>
            </a:xfrm>
            <a:prstGeom prst="line">
              <a:avLst/>
            </a:prstGeom>
            <a:ln w="15886">
              <a:solidFill>
                <a:srgbClr val="232F3E"/>
              </a:solidFill>
              <a:prstDash val="solid"/>
              <a:miter lim="800000"/>
            </a:ln>
          </p:spPr>
        </p:cxnSp>
        <p:pic>
          <p:nvPicPr>
            <p:cNvPr id="57" name="Amazon-VPC_Peering-Connection" descr="Amazon VPC_Peering Connection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320105" y="3401216"/>
              <a:ext cx="508367" cy="508367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7939492" y="3959360"/>
              <a:ext cx="1269593" cy="192756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7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177127" y="4148939"/>
              <a:ext cx="794323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AWS 백본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398056" y="6161224"/>
              <a:ext cx="898379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VPC·VPN은 리전 TGW에 attachment로 연결 · VPC CIDR과 VPN(BGP) 경로는 TGW 라우팅 테이블에 전파</a:t>
              </a: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398056" y="6330679"/>
              <a:ext cx="12375554" cy="165219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라우팅: VPC 서브넷 10.0.0.0/8 · 192.168.0.0/16 → TGW · TGW A 10.16.0.0/13 → peering · TGW B 10.0.0.0/13 · 192.168.0.0/16 → peering (정적 경로)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79677" y="999067"/>
            <a:ext cx="14082448" cy="5643033"/>
            <a:chOff x="379677" y="999067"/>
            <a:chExt cx="14082448" cy="5643033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49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58900"/>
              <a:ext cx="10202333" cy="4804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58900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08642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93900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93900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2043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311400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311400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607733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1654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428067"/>
              <a:ext cx="2116667" cy="1524000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428067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477808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745567"/>
              <a:ext cx="1862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7455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0419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59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92500" y="3602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19620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2607733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12161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087688" y="3354917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492500" y="50419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264958" y="5599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2825750" y="5789083"/>
              <a:ext cx="1841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0.0.0.0/0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861733"/>
              <a:ext cx="529167" cy="910167"/>
            </a:xfrm>
            <a:custGeom>
              <a:avLst/>
              <a:gdLst/>
              <a:ahLst/>
              <a:cxnLst/>
              <a:rect l="l" t="t" r="r" b="b"/>
              <a:pathLst>
                <a:path w="529167" h="910167">
                  <a:moveTo>
                    <a:pt x="0" y="0"/>
                  </a:moveTo>
                  <a:lnTo>
                    <a:pt x="254000" y="0"/>
                  </a:lnTo>
                  <a:lnTo>
                    <a:pt x="254000" y="910167"/>
                  </a:lnTo>
                  <a:lnTo>
                    <a:pt x="529167" y="910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3941233"/>
              <a:ext cx="529167" cy="1354667"/>
            </a:xfrm>
            <a:custGeom>
              <a:avLst/>
              <a:gdLst/>
              <a:ahLst/>
              <a:cxnLst/>
              <a:rect l="l" t="t" r="r" b="b"/>
              <a:pathLst>
                <a:path w="529167" h="1354667">
                  <a:moveTo>
                    <a:pt x="0" y="1354667"/>
                  </a:moveTo>
                  <a:lnTo>
                    <a:pt x="254000" y="1354667"/>
                  </a:lnTo>
                  <a:lnTo>
                    <a:pt x="254000" y="0"/>
                  </a:lnTo>
                  <a:lnTo>
                    <a:pt x="529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3603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93900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428067"/>
              <a:ext cx="5037667" cy="15240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477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311400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311400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3611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311400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311400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311400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311400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3611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745567"/>
              <a:ext cx="1439333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7455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79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745567"/>
              <a:ext cx="1608667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7455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79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745567"/>
              <a:ext cx="1481667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7455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79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60773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165475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60773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165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607733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1654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0419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59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0419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59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0419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59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602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160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602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602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160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42833" y="2861733"/>
              <a:ext cx="1248834" cy="910167"/>
            </a:xfrm>
            <a:custGeom>
              <a:avLst/>
              <a:gdLst/>
              <a:ahLst/>
              <a:cxnLst/>
              <a:rect l="l" t="t" r="r" b="b"/>
              <a:pathLst>
                <a:path w="1248834" h="910167">
                  <a:moveTo>
                    <a:pt x="0" y="910167"/>
                  </a:moveTo>
                  <a:lnTo>
                    <a:pt x="359834" y="910167"/>
                  </a:lnTo>
                  <a:lnTo>
                    <a:pt x="359834" y="0"/>
                  </a:lnTo>
                  <a:lnTo>
                    <a:pt x="1248834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42833" y="3941233"/>
              <a:ext cx="1248834" cy="1354667"/>
            </a:xfrm>
            <a:custGeom>
              <a:avLst/>
              <a:gdLst/>
              <a:ahLst/>
              <a:cxnLst/>
              <a:rect l="l" t="t" r="r" b="b"/>
              <a:pathLst>
                <a:path w="1248834" h="1354667">
                  <a:moveTo>
                    <a:pt x="0" y="0"/>
                  </a:moveTo>
                  <a:lnTo>
                    <a:pt x="359834" y="0"/>
                  </a:lnTo>
                  <a:lnTo>
                    <a:pt x="359834" y="1354667"/>
                  </a:lnTo>
                  <a:lnTo>
                    <a:pt x="1248834" y="1354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861733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29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861733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29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861733"/>
              <a:ext cx="867833" cy="994834"/>
            </a:xfrm>
            <a:custGeom>
              <a:avLst/>
              <a:gdLst/>
              <a:ahLst/>
              <a:cxnLst/>
              <a:rect l="l" t="t" r="r" b="b"/>
              <a:pathLst>
                <a:path w="867833" h="994834">
                  <a:moveTo>
                    <a:pt x="0" y="0"/>
                  </a:moveTo>
                  <a:lnTo>
                    <a:pt x="656167" y="0"/>
                  </a:lnTo>
                  <a:lnTo>
                    <a:pt x="656167" y="994834"/>
                  </a:lnTo>
                  <a:lnTo>
                    <a:pt x="867833" y="99483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856567"/>
              <a:ext cx="656167" cy="1439333"/>
            </a:xfrm>
            <a:custGeom>
              <a:avLst/>
              <a:gdLst/>
              <a:ahLst/>
              <a:cxnLst/>
              <a:rect l="l" t="t" r="r" b="b"/>
              <a:pathLst>
                <a:path w="656167" h="1439333">
                  <a:moveTo>
                    <a:pt x="0" y="1439333"/>
                  </a:moveTo>
                  <a:lnTo>
                    <a:pt x="656167" y="1439333"/>
                  </a:lnTo>
                  <a:lnTo>
                    <a:pt x="656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602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160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856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27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26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16917" y="35179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15594" y="35454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6582833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6581510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7683500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7682177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Oval 96"/>
            <p:cNvSpPr/>
            <p:nvPr/>
          </p:nvSpPr>
          <p:spPr>
            <a:xfrm>
              <a:off x="9323917" y="2607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" name="TextBox 97"/>
            <p:cNvSpPr txBox="1"/>
            <p:nvPr/>
          </p:nvSpPr>
          <p:spPr>
            <a:xfrm>
              <a:off x="9322594" y="2635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99" name="Oval 98"/>
            <p:cNvSpPr/>
            <p:nvPr/>
          </p:nvSpPr>
          <p:spPr>
            <a:xfrm>
              <a:off x="38100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7967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677333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→ TGW</a:t>
              </a:r>
            </a:p>
          </p:txBody>
        </p:sp>
        <p:sp>
          <p:nvSpPr>
            <p:cNvPr id="102" name="Oval 101"/>
            <p:cNvSpPr/>
            <p:nvPr/>
          </p:nvSpPr>
          <p:spPr>
            <a:xfrm>
              <a:off x="15980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TextBox 102"/>
            <p:cNvSpPr txBox="1"/>
            <p:nvPr/>
          </p:nvSpPr>
          <p:spPr>
            <a:xfrm>
              <a:off x="15967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1894417" y="6307667"/>
              <a:ext cx="4111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Spoke RT 0.0.0.0/0 → 검사 VPC (appliance mode)</a:t>
              </a:r>
            </a:p>
          </p:txBody>
        </p:sp>
        <p:sp>
          <p:nvSpPr>
            <p:cNvPr id="105" name="Oval 104"/>
            <p:cNvSpPr/>
            <p:nvPr/>
          </p:nvSpPr>
          <p:spPr>
            <a:xfrm>
              <a:off x="5202767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" name="TextBox 105"/>
            <p:cNvSpPr txBox="1"/>
            <p:nvPr/>
          </p:nvSpPr>
          <p:spPr>
            <a:xfrm>
              <a:off x="5201444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5499100" y="6307667"/>
              <a:ext cx="3833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같은 AZ 방화벽에서 검사 (VPC 간은 TGW로 반환)</a:t>
              </a:r>
            </a:p>
          </p:txBody>
        </p:sp>
        <p:sp>
          <p:nvSpPr>
            <p:cNvPr id="108" name="Oval 107"/>
            <p:cNvSpPr/>
            <p:nvPr/>
          </p:nvSpPr>
          <p:spPr>
            <a:xfrm>
              <a:off x="8528050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8526727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110" name="TextBox 109"/>
            <p:cNvSpPr txBox="1"/>
            <p:nvPr/>
          </p:nvSpPr>
          <p:spPr>
            <a:xfrm>
              <a:off x="8824383" y="6307667"/>
              <a:ext cx="2024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방화벽 → NAT (인터넷행)</a:t>
              </a:r>
            </a:p>
          </p:txBody>
        </p:sp>
        <p:sp>
          <p:nvSpPr>
            <p:cNvPr id="111" name="Oval 110"/>
            <p:cNvSpPr/>
            <p:nvPr/>
          </p:nvSpPr>
          <p:spPr>
            <a:xfrm>
              <a:off x="10462683" y="628015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10461360" y="630766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5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10759017" y="6307667"/>
              <a:ext cx="9128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NAT → IGW</a:t>
              </a:r>
            </a:p>
          </p:txBody>
        </p:sp>
        <p:sp>
          <p:nvSpPr>
            <p:cNvPr id="114" name="TextBox 113"/>
            <p:cNvSpPr txBox="1"/>
            <p:nvPr/>
          </p:nvSpPr>
          <p:spPr>
            <a:xfrm>
              <a:off x="381000" y="6477000"/>
              <a:ext cx="14081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라우팅(같은 AZ): App 0.0.0.0/0 → TGW · TGW 서브넷 0.0.0.0/0 → 방화벽 · 방화벽 서브넷 0.0.0.0/0 → NAT, 10.0.0.0/8 → TGW · 퍼블릭 0.0.0.0/0 → IGW, 10.0.0.0/8 → 방화벽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2026-10-23T08:30:22Z</dcterms:created>
  <dcterms:modified xsi:type="dcterms:W3CDTF">2026-10-23T08:30:22Z</dcterms:modified>
  <cp:category/>
</cp:coreProperties>
</file>