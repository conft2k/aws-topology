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Relationship Id="rId18" Type="http://schemas.openxmlformats.org/officeDocument/2006/relationships/image" Target="../media/image53.png"/><Relationship Id="rId19" Type="http://schemas.openxmlformats.org/officeDocument/2006/relationships/image" Target="../media/image5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5.png"/><Relationship Id="rId15" Type="http://schemas.openxmlformats.org/officeDocument/2006/relationships/image" Target="../media/image56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9.png"/><Relationship Id="rId21" Type="http://schemas.openxmlformats.org/officeDocument/2006/relationships/image" Target="../media/image6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61.png"/><Relationship Id="rId25" Type="http://schemas.openxmlformats.org/officeDocument/2006/relationships/image" Target="../media/image62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50755" y="956733"/>
            <a:ext cx="11531203" cy="5674784"/>
            <a:chOff x="750755" y="956733"/>
            <a:chExt cx="11531203" cy="5674784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" y="3666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50755" y="4223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37833" y="956733"/>
              <a:ext cx="9271000" cy="5439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7833" y="956733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82333" y="1038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55333" y="2671233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27792" y="32289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65615" y="34184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23167" y="1316567"/>
              <a:ext cx="7916333" cy="4995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3167" y="1316567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61833" y="1366308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60000" y="2671233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187120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5969" y="3418417"/>
              <a:ext cx="1516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60000" y="3666067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30594" y="4223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02031" y="4413250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60000" y="5105400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38052" y="5663142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35344" y="5852583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61833" y="1634067"/>
              <a:ext cx="5926667" cy="4550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61833" y="1634067"/>
              <a:ext cx="254000" cy="254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000500" y="16838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788833" y="1951567"/>
              <a:ext cx="5672667" cy="1629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9158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788833" y="4491567"/>
              <a:ext cx="5672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915833" y="454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915833" y="2269067"/>
              <a:ext cx="1693333" cy="1227667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2269067"/>
              <a:ext cx="254000" cy="254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254500" y="231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863167" y="2269067"/>
              <a:ext cx="3471333" cy="1227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2269067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201833" y="231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915833" y="4809067"/>
              <a:ext cx="1693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4809067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254500" y="485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3167" y="4809067"/>
              <a:ext cx="3471333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4809067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201833" y="485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2671233"/>
              <a:ext cx="508000" cy="508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128161" y="3228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5105400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128161" y="5663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175500" y="2353733"/>
              <a:ext cx="2032000" cy="3577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5500" y="23537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514167" y="2403475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26712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541286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2671233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514953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5105400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541286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5105400"/>
              <a:ext cx="508000" cy="508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514953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8500" y="3666067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4535620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407833" y="3666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407833" y="3666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434953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1375833" y="3920067"/>
              <a:ext cx="1989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1322917" y="3704167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958167" y="3920067"/>
              <a:ext cx="508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5058833" y="3920067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5639594" y="37041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8" name="Freeform 67"/>
            <p:cNvSpPr/>
            <p:nvPr/>
          </p:nvSpPr>
          <p:spPr>
            <a:xfrm>
              <a:off x="1079500" y="2925233"/>
              <a:ext cx="1333500" cy="698500"/>
            </a:xfrm>
            <a:custGeom>
              <a:avLst/>
              <a:gdLst/>
              <a:ahLst/>
              <a:cxnLst/>
              <a:rect l="l" t="t" r="r" b="b"/>
              <a:pathLst>
                <a:path w="1333500" h="698500">
                  <a:moveTo>
                    <a:pt x="0" y="698500"/>
                  </a:moveTo>
                  <a:lnTo>
                    <a:pt x="0" y="0"/>
                  </a:lnTo>
                  <a:lnTo>
                    <a:pt x="1333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338792" y="2719917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 flipH="1">
              <a:off x="5058833" y="2925233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6037792" y="2719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 flipH="1">
              <a:off x="5058833" y="5359400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6037792" y="5154083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137833" y="6466417"/>
              <a:ext cx="10144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 · TLS 종료 · 라우팅: Public subnet 0.0.0.0/0 → IGW, App subnet 0.0.0.0/0 → NAT gateway (같은 AZ)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7422" y="935567"/>
            <a:ext cx="11590735" cy="5643033"/>
            <a:chOff x="327422" y="935567"/>
            <a:chExt cx="11590735" cy="56430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362373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7422" y="4160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8000" y="935567"/>
              <a:ext cx="10138833" cy="5418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8000" y="935567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22500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1417" y="1358900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3875" y="1895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31698" y="2084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2833" y="1295400"/>
              <a:ext cx="9059333" cy="4974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2833" y="12954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11500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4750" y="26500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1870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7125" y="3376083"/>
              <a:ext cx="603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4750" y="5084233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88141" y="56208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49656" y="5810250"/>
              <a:ext cx="7381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0750" y="2650067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1344" y="3186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2781" y="3376083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0750" y="5084233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58802" y="5620808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0719" y="5810250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11500" y="1612900"/>
              <a:ext cx="6815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11500" y="1612900"/>
              <a:ext cx="254000" cy="254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0167" y="16626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217333" y="1930400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3443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17333" y="4449233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344333" y="44989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344333" y="2247900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2247900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3683000" y="2297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016500" y="2247900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2247900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5355167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500" y="2247900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2247900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784167" y="2297642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4333" y="4766733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4766733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3683000" y="4816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016500" y="4766733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4766733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355167" y="4816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445500" y="4766733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4766733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784167" y="4816475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2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2650067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3482578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4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5084233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3482578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286500" y="2332567"/>
              <a:ext cx="1947333" cy="355600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500" y="2332567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6625167" y="2382308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2650067"/>
              <a:ext cx="508000" cy="508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652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2650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7668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3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50842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652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5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50842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668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7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2650067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8446161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69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5084233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446161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1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2917" y="3623733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389003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2857500" y="362373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4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7500" y="3623733"/>
              <a:ext cx="508000" cy="508000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2884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52500" y="3877733"/>
              <a:ext cx="186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844021" y="366183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8" name="Connector 77"/>
            <p:cNvCxnSpPr/>
            <p:nvPr/>
          </p:nvCxnSpPr>
          <p:spPr>
            <a:xfrm>
              <a:off x="3407833" y="3877733"/>
              <a:ext cx="412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9" name="Connector 78"/>
            <p:cNvCxnSpPr/>
            <p:nvPr/>
          </p:nvCxnSpPr>
          <p:spPr>
            <a:xfrm>
              <a:off x="4413250" y="38777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4921250" y="366183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8233833" y="2904067"/>
              <a:ext cx="550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2" name="TextBox 81"/>
            <p:cNvSpPr txBox="1"/>
            <p:nvPr/>
          </p:nvSpPr>
          <p:spPr>
            <a:xfrm>
              <a:off x="8441531" y="2698750"/>
              <a:ext cx="388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3" name="Freeform 82"/>
            <p:cNvSpPr/>
            <p:nvPr/>
          </p:nvSpPr>
          <p:spPr>
            <a:xfrm>
              <a:off x="656167" y="1612900"/>
              <a:ext cx="1322916" cy="1968500"/>
            </a:xfrm>
            <a:custGeom>
              <a:avLst/>
              <a:gdLst/>
              <a:ahLst/>
              <a:cxnLst/>
              <a:rect l="l" t="t" r="r" b="b"/>
              <a:pathLst>
                <a:path w="1322916" h="1968500">
                  <a:moveTo>
                    <a:pt x="0" y="1968500"/>
                  </a:moveTo>
                  <a:lnTo>
                    <a:pt x="0" y="0"/>
                  </a:lnTo>
                  <a:lnTo>
                    <a:pt x="1322916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94292" y="1407583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 flipH="1">
              <a:off x="4413250" y="2904067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5169958" y="2698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7" name="Connector 86"/>
            <p:cNvCxnSpPr/>
            <p:nvPr/>
          </p:nvCxnSpPr>
          <p:spPr>
            <a:xfrm flipH="1">
              <a:off x="4413250" y="53382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8" name="TextBox 87"/>
            <p:cNvSpPr txBox="1"/>
            <p:nvPr/>
          </p:nvSpPr>
          <p:spPr>
            <a:xfrm>
              <a:off x="5169958" y="5132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89" name="Freeform 88"/>
            <p:cNvSpPr/>
            <p:nvPr/>
          </p:nvSpPr>
          <p:spPr>
            <a:xfrm>
              <a:off x="9376833" y="3031067"/>
              <a:ext cx="211667" cy="2180166"/>
            </a:xfrm>
            <a:custGeom>
              <a:avLst/>
              <a:gdLst/>
              <a:ahLst/>
              <a:cxnLst/>
              <a:rect l="l" t="t" r="r" b="b"/>
              <a:pathLst>
                <a:path w="211667" h="2180166">
                  <a:moveTo>
                    <a:pt x="0" y="0"/>
                  </a:moveTo>
                  <a:lnTo>
                    <a:pt x="211667" y="0"/>
                  </a:lnTo>
                  <a:lnTo>
                    <a:pt x="211667" y="2180166"/>
                  </a:lnTo>
                  <a:lnTo>
                    <a:pt x="0" y="218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8495771" y="3915833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778000" y="6413500"/>
              <a:ext cx="7556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AZ에 걸친 단일 관리형 로드 밸런서 · AWS WAF 연결 · RDS Multi-AZ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42755" y="935567"/>
            <a:ext cx="13449433" cy="5706533"/>
            <a:chOff x="242755" y="935567"/>
            <a:chExt cx="13449433" cy="57065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3539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42755" y="4096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4500" y="935567"/>
              <a:ext cx="10202333" cy="5291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4500" y="935567"/>
              <a:ext cx="254000" cy="254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053167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6167" y="1295400"/>
              <a:ext cx="9906000" cy="4847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6167" y="12954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64833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61167" y="1612900"/>
              <a:ext cx="5101167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1167" y="16129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899833" y="1662642"/>
              <a:ext cx="289851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 10.0.0.0/16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72833" y="1930400"/>
              <a:ext cx="4677833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998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772833" y="4364567"/>
              <a:ext cx="4677833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99833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99833" y="2247900"/>
              <a:ext cx="2582333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2247900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238500" y="22976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736167" y="2247900"/>
              <a:ext cx="1587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2247900"/>
              <a:ext cx="254000" cy="2540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074833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99833" y="4682067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4682067"/>
              <a:ext cx="254000" cy="254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238500" y="4731808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36167" y="4682067"/>
              <a:ext cx="158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4682067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074833" y="4731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1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2544233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687755" y="310197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3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4978400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687755" y="5536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5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25442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303036" y="3101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7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4978400"/>
              <a:ext cx="508000" cy="508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03036" y="553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307167" y="3539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07167" y="3539067"/>
              <a:ext cx="508000" cy="508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2334286" y="4096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001000" y="1612900"/>
              <a:ext cx="3746500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1000" y="1612900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339667" y="1662642"/>
              <a:ext cx="259291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 10.1.0.0/16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212667" y="1930400"/>
              <a:ext cx="33231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39667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212667" y="4364567"/>
              <a:ext cx="33231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39667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39667" y="2247900"/>
              <a:ext cx="3111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22479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678333" y="2297642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339667" y="4682067"/>
              <a:ext cx="3111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46820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678333" y="47318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75333" y="2332567"/>
              <a:ext cx="1291167" cy="3471333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75333" y="2332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10414000" y="2382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2544233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675938" y="3101975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4978400"/>
              <a:ext cx="508000" cy="508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75938" y="55361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09000" y="3539067"/>
              <a:ext cx="508000" cy="508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485188" y="4096808"/>
              <a:ext cx="55562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4" name="Freeform 63"/>
            <p:cNvSpPr/>
            <p:nvPr/>
          </p:nvSpPr>
          <p:spPr>
            <a:xfrm>
              <a:off x="2857500" y="2798233"/>
              <a:ext cx="1862667" cy="994834"/>
            </a:xfrm>
            <a:custGeom>
              <a:avLst/>
              <a:gdLst/>
              <a:ahLst/>
              <a:cxnLst/>
              <a:rect l="l" t="t" r="r" b="b"/>
              <a:pathLst>
                <a:path w="1862667" h="994834">
                  <a:moveTo>
                    <a:pt x="0" y="994834"/>
                  </a:moveTo>
                  <a:lnTo>
                    <a:pt x="1651000" y="994834"/>
                  </a:lnTo>
                  <a:lnTo>
                    <a:pt x="1651000" y="0"/>
                  </a:lnTo>
                  <a:lnTo>
                    <a:pt x="1862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2857500" y="3793067"/>
              <a:ext cx="1862667" cy="1439333"/>
            </a:xfrm>
            <a:custGeom>
              <a:avLst/>
              <a:gdLst/>
              <a:ahLst/>
              <a:cxnLst/>
              <a:rect l="l" t="t" r="r" b="b"/>
              <a:pathLst>
                <a:path w="1862667" h="1439333">
                  <a:moveTo>
                    <a:pt x="0" y="0"/>
                  </a:moveTo>
                  <a:lnTo>
                    <a:pt x="1651000" y="0"/>
                  </a:lnTo>
                  <a:lnTo>
                    <a:pt x="1651000" y="1439333"/>
                  </a:lnTo>
                  <a:lnTo>
                    <a:pt x="1862667" y="14393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5312833" y="2798233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312833" y="52324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Freeform 67"/>
            <p:cNvSpPr/>
            <p:nvPr/>
          </p:nvSpPr>
          <p:spPr>
            <a:xfrm>
              <a:off x="5016500" y="3327400"/>
              <a:ext cx="3450167" cy="381000"/>
            </a:xfrm>
            <a:custGeom>
              <a:avLst/>
              <a:gdLst/>
              <a:ahLst/>
              <a:cxnLst/>
              <a:rect l="l" t="t" r="r" b="b"/>
              <a:pathLst>
                <a:path w="3450167" h="381000">
                  <a:moveTo>
                    <a:pt x="3450167" y="381000"/>
                  </a:moveTo>
                  <a:lnTo>
                    <a:pt x="0" y="381000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eeform 68"/>
            <p:cNvSpPr/>
            <p:nvPr/>
          </p:nvSpPr>
          <p:spPr>
            <a:xfrm>
              <a:off x="5016500" y="3877733"/>
              <a:ext cx="3450167" cy="1058334"/>
            </a:xfrm>
            <a:custGeom>
              <a:avLst/>
              <a:gdLst/>
              <a:ahLst/>
              <a:cxnLst/>
              <a:rect l="l" t="t" r="r" b="b"/>
              <a:pathLst>
                <a:path w="3450167" h="1058334">
                  <a:moveTo>
                    <a:pt x="3450167" y="0"/>
                  </a:moveTo>
                  <a:lnTo>
                    <a:pt x="0" y="0"/>
                  </a:lnTo>
                  <a:lnTo>
                    <a:pt x="0" y="10583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9059333" y="3793067"/>
              <a:ext cx="973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8958792" y="384175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2" name="Oval 71"/>
            <p:cNvSpPr/>
            <p:nvPr/>
          </p:nvSpPr>
          <p:spPr>
            <a:xfrm>
              <a:off x="3577167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575844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7725833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724510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9440333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439010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5884333" y="2544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883010" y="2571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4333" y="4978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3010" y="5005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67833" y="3793067"/>
              <a:ext cx="1397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769937" y="3577167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4" name="Oval 83"/>
            <p:cNvSpPr/>
            <p:nvPr/>
          </p:nvSpPr>
          <p:spPr>
            <a:xfrm>
              <a:off x="1714500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1713177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2010833" y="6286500"/>
              <a:ext cx="2547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IGW → GWLBe (인그레스 라우팅)</a:t>
              </a:r>
            </a:p>
          </p:txBody>
        </p:sp>
        <p:sp>
          <p:nvSpPr>
            <p:cNvPr id="87" name="Oval 86"/>
            <p:cNvSpPr/>
            <p:nvPr/>
          </p:nvSpPr>
          <p:spPr>
            <a:xfrm>
              <a:off x="4068233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4066910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4364567" y="628650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⇄ GWLB</a:t>
              </a:r>
            </a:p>
          </p:txBody>
        </p:sp>
        <p:sp>
          <p:nvSpPr>
            <p:cNvPr id="90" name="Oval 89"/>
            <p:cNvSpPr/>
            <p:nvPr/>
          </p:nvSpPr>
          <p:spPr>
            <a:xfrm>
              <a:off x="5560483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5559160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856817" y="6286500"/>
              <a:ext cx="37385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 ⇄ 방화벽 (검사 후 GWLB → GWLBe로 반환)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8923867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8922544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220200" y="6286500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→ EC2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714500" y="6477000"/>
              <a:ext cx="11977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 (같은 AZ): IGW 엣지 RT 10.0.1.0/24 (AZ1 App) · 10.0.2.0/24 (AZ2 App) → GWLBe · App RT 0.0.0.0/0 → GWLBe · GWLBe RT 0.0.0.0/0 → IGW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402167" y="1083733"/>
            <a:ext cx="13337646" cy="5526617"/>
            <a:chOff x="402167" y="1083733"/>
            <a:chExt cx="13337646" cy="5526617"/>
          </a:xfrm>
        </p:grpSpPr>
        <p:sp>
          <p:nvSpPr>
            <p:cNvPr id="4" name="Rectangle 3"/>
            <p:cNvSpPr/>
            <p:nvPr/>
          </p:nvSpPr>
          <p:spPr>
            <a:xfrm>
              <a:off x="402167" y="2988733"/>
              <a:ext cx="1820333" cy="1397000"/>
            </a:xfrm>
            <a:prstGeom prst="rect">
              <a:avLst/>
            </a:prstGeom>
            <a:noFill/>
            <a:ln w="21167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2988733"/>
              <a:ext cx="254000" cy="254000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40833" y="3038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58333" y="3348567"/>
              <a:ext cx="508000" cy="508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23333" y="39063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646" y="4095750"/>
              <a:ext cx="134937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82333" y="3348567"/>
              <a:ext cx="508000" cy="508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354792" y="3906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608667" y="3602567"/>
              <a:ext cx="9313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32667" y="3602567"/>
              <a:ext cx="529166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115469" y="3386667"/>
              <a:ext cx="5635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04167" y="33485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3069167" y="39063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254500" y="3602567"/>
              <a:ext cx="18203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Rectangle 17"/>
            <p:cNvSpPr/>
            <p:nvPr/>
          </p:nvSpPr>
          <p:spPr>
            <a:xfrm>
              <a:off x="4762500" y="1083733"/>
              <a:ext cx="7027333" cy="4931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762500" y="1083733"/>
              <a:ext cx="338667" cy="338667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207000" y="1165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974167" y="1507067"/>
              <a:ext cx="3048000" cy="4296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74167" y="15070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312833" y="1556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117167" y="3348567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431234" y="3906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2167" y="1930400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050896" y="24881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192448" y="2677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167" y="1930400"/>
              <a:ext cx="508000" cy="508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524625" y="24881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62448" y="2677583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2167" y="4766733"/>
              <a:ext cx="508000" cy="508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305557" y="5324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192448" y="5513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167" y="47667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524625" y="5324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62448" y="5513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sp>
          <p:nvSpPr>
            <p:cNvPr id="38" name="Freeform 37"/>
            <p:cNvSpPr/>
            <p:nvPr/>
          </p:nvSpPr>
          <p:spPr>
            <a:xfrm>
              <a:off x="5736167" y="2882900"/>
              <a:ext cx="529166" cy="423333"/>
            </a:xfrm>
            <a:custGeom>
              <a:avLst/>
              <a:gdLst/>
              <a:ahLst/>
              <a:cxnLst/>
              <a:rect l="l" t="t" r="r" b="b"/>
              <a:pathLst>
                <a:path w="529166" h="423333">
                  <a:moveTo>
                    <a:pt x="529166" y="423333"/>
                  </a:moveTo>
                  <a:lnTo>
                    <a:pt x="529166" y="211667"/>
                  </a:lnTo>
                  <a:lnTo>
                    <a:pt x="0" y="211667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6477000" y="2882900"/>
              <a:ext cx="529167" cy="423333"/>
            </a:xfrm>
            <a:custGeom>
              <a:avLst/>
              <a:gdLst/>
              <a:ahLst/>
              <a:cxnLst/>
              <a:rect l="l" t="t" r="r" b="b"/>
              <a:pathLst>
                <a:path w="529167" h="423333">
                  <a:moveTo>
                    <a:pt x="0" y="423333"/>
                  </a:moveTo>
                  <a:lnTo>
                    <a:pt x="0" y="211667"/>
                  </a:lnTo>
                  <a:lnTo>
                    <a:pt x="529167" y="211667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5736167" y="4131733"/>
              <a:ext cx="529166" cy="592667"/>
            </a:xfrm>
            <a:custGeom>
              <a:avLst/>
              <a:gdLst/>
              <a:ahLst/>
              <a:cxnLst/>
              <a:rect l="l" t="t" r="r" b="b"/>
              <a:pathLst>
                <a:path w="529166" h="592667">
                  <a:moveTo>
                    <a:pt x="529166" y="0"/>
                  </a:moveTo>
                  <a:lnTo>
                    <a:pt x="529166" y="296334"/>
                  </a:lnTo>
                  <a:lnTo>
                    <a:pt x="0" y="296334"/>
                  </a:lnTo>
                  <a:lnTo>
                    <a:pt x="0" y="592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6477000" y="4131733"/>
              <a:ext cx="529167" cy="592667"/>
            </a:xfrm>
            <a:custGeom>
              <a:avLst/>
              <a:gdLst/>
              <a:ahLst/>
              <a:cxnLst/>
              <a:rect l="l" t="t" r="r" b="b"/>
              <a:pathLst>
                <a:path w="529167" h="592667">
                  <a:moveTo>
                    <a:pt x="0" y="0"/>
                  </a:moveTo>
                  <a:lnTo>
                    <a:pt x="0" y="296334"/>
                  </a:lnTo>
                  <a:lnTo>
                    <a:pt x="529167" y="296334"/>
                  </a:lnTo>
                  <a:lnTo>
                    <a:pt x="529167" y="592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122833" y="1507067"/>
              <a:ext cx="2455333" cy="4296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122833" y="1507067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461500" y="1556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054167" y="3348567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368234" y="39063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4167" y="1930400"/>
              <a:ext cx="508000" cy="508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928490" y="2488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20792" y="2677583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5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4167" y="47667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571964" y="5324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720792" y="5513917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 flipV="1">
              <a:off x="10308167" y="2882900"/>
              <a:ext cx="0" cy="423333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308167" y="4131733"/>
              <a:ext cx="0" cy="592667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6667500" y="3602567"/>
              <a:ext cx="1608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868833" y="3602567"/>
              <a:ext cx="1143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</a:ln>
          </p:spPr>
        </p:cxnSp>
        <p:pic>
          <p:nvPicPr>
            <p:cNvPr id="57" name="Amazon-VPC_Peering-Connection" descr="Amazon VPC_Peering Connection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318500" y="3348567"/>
              <a:ext cx="508000" cy="508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7938161" y="39063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175625" y="4095750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762500" y="6106583"/>
              <a:ext cx="897731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VPC·VPN은 리전 TGW에 attachment로 연결 · VPC CIDR과 VPN(BGP) 경로는 TGW 라우팅 테이블에 전파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762500" y="6275917"/>
              <a:ext cx="45720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라우팅: VPC 서브넷 10.0.0.0/8 · 192.168.0.0/16 → TGW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762500" y="6445250"/>
              <a:ext cx="7659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TGW RT: A 10.16.0.0/13 → peering · B 10.0.0.0/13 · 192.168.0.0/16 → peering (정적 경로)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16177" y="999067"/>
            <a:ext cx="14082448" cy="5643033"/>
            <a:chOff x="316177" y="999067"/>
            <a:chExt cx="14082448" cy="5643033"/>
          </a:xfrm>
        </p:grpSpPr>
        <p:sp>
          <p:nvSpPr>
            <p:cNvPr id="4" name="Rectangle 3"/>
            <p:cNvSpPr/>
            <p:nvPr/>
          </p:nvSpPr>
          <p:spPr>
            <a:xfrm>
              <a:off x="317500" y="999067"/>
              <a:ext cx="10752667" cy="5249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9990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62000" y="10810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29167" y="1358900"/>
              <a:ext cx="10329333" cy="4804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9167" y="13589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867833" y="14086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8500" y="1993900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98500" y="19939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037167" y="2043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 10.1.0.0/16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25500" y="2311400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5500" y="2311400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1164167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02833" y="2607733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529953" y="31654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98500" y="4428067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98500" y="4428067"/>
              <a:ext cx="254000" cy="254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037167" y="44778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 10.2.0.0/16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25500" y="4745567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25500" y="47455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164167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4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02833" y="5041900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529953" y="559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6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29000" y="3602567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4561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29000" y="2607733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048661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024188" y="3354917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1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29000" y="5041900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201458" y="5599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762250" y="5789083"/>
              <a:ext cx="1841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4" name="Freeform 33"/>
            <p:cNvSpPr/>
            <p:nvPr/>
          </p:nvSpPr>
          <p:spPr>
            <a:xfrm>
              <a:off x="2857500" y="2861733"/>
              <a:ext cx="529167" cy="910167"/>
            </a:xfrm>
            <a:custGeom>
              <a:avLst/>
              <a:gdLst/>
              <a:ahLst/>
              <a:cxnLst/>
              <a:rect l="l" t="t" r="r" b="b"/>
              <a:pathLst>
                <a:path w="529167" h="910167">
                  <a:moveTo>
                    <a:pt x="0" y="0"/>
                  </a:moveTo>
                  <a:lnTo>
                    <a:pt x="254000" y="0"/>
                  </a:lnTo>
                  <a:lnTo>
                    <a:pt x="254000" y="910167"/>
                  </a:lnTo>
                  <a:lnTo>
                    <a:pt x="529167" y="910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2857500" y="3941233"/>
              <a:ext cx="529167" cy="1354667"/>
            </a:xfrm>
            <a:custGeom>
              <a:avLst/>
              <a:gdLst/>
              <a:ahLst/>
              <a:cxnLst/>
              <a:rect l="l" t="t" r="r" b="b"/>
              <a:pathLst>
                <a:path w="529167" h="1354667">
                  <a:moveTo>
                    <a:pt x="0" y="1354667"/>
                  </a:moveTo>
                  <a:lnTo>
                    <a:pt x="254000" y="1354667"/>
                  </a:lnTo>
                  <a:lnTo>
                    <a:pt x="254000" y="0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08500" y="1676400"/>
              <a:ext cx="5926667" cy="4360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08500" y="1676400"/>
              <a:ext cx="254000" cy="254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4847167" y="1726142"/>
              <a:ext cx="300037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 100.64.0.0/16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677833" y="19939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804833" y="204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677833" y="4428067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04833" y="4477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804833" y="23114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04833" y="23114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5143500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371167" y="23114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371167" y="2311400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6709833" y="236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06833" y="231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06833" y="23114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445500" y="23611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804833" y="4745567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04833" y="47455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5143500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371167" y="4745567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371167" y="4745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6709833" y="4795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106833" y="4745567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06833" y="4745567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8445500" y="47953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270500" y="2607733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5093891" y="3165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21500" y="26077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235568" y="3165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93667" y="26077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8213328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67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270500" y="5041900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5093891" y="5599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9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21500" y="5041900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6235568" y="5599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1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93667" y="5041900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8213328" y="5599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3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21500" y="3602567"/>
              <a:ext cx="508000" cy="508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082771" y="4160308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181167" y="36025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6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81167" y="3602567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020828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78" name="Freeform 77"/>
            <p:cNvSpPr/>
            <p:nvPr/>
          </p:nvSpPr>
          <p:spPr>
            <a:xfrm>
              <a:off x="3979333" y="2861733"/>
              <a:ext cx="1248834" cy="910167"/>
            </a:xfrm>
            <a:custGeom>
              <a:avLst/>
              <a:gdLst/>
              <a:ahLst/>
              <a:cxnLst/>
              <a:rect l="l" t="t" r="r" b="b"/>
              <a:pathLst>
                <a:path w="1248834" h="910167">
                  <a:moveTo>
                    <a:pt x="0" y="910167"/>
                  </a:moveTo>
                  <a:lnTo>
                    <a:pt x="359834" y="910167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3979333" y="3941233"/>
              <a:ext cx="1248834" cy="1354667"/>
            </a:xfrm>
            <a:custGeom>
              <a:avLst/>
              <a:gdLst/>
              <a:ahLst/>
              <a:cxnLst/>
              <a:rect l="l" t="t" r="r" b="b"/>
              <a:pathLst>
                <a:path w="1248834" h="1354667">
                  <a:moveTo>
                    <a:pt x="0" y="0"/>
                  </a:moveTo>
                  <a:lnTo>
                    <a:pt x="359834" y="0"/>
                  </a:lnTo>
                  <a:lnTo>
                    <a:pt x="359834" y="1354667"/>
                  </a:lnTo>
                  <a:lnTo>
                    <a:pt x="1248834" y="1354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5820833" y="28617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1" name="Connector 80"/>
            <p:cNvCxnSpPr/>
            <p:nvPr/>
          </p:nvCxnSpPr>
          <p:spPr>
            <a:xfrm>
              <a:off x="5820833" y="5295900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7471833" y="28617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7471833" y="5295900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Freeform 83"/>
            <p:cNvSpPr/>
            <p:nvPr/>
          </p:nvSpPr>
          <p:spPr>
            <a:xfrm>
              <a:off x="9144000" y="2861733"/>
              <a:ext cx="994833" cy="994834"/>
            </a:xfrm>
            <a:custGeom>
              <a:avLst/>
              <a:gdLst/>
              <a:ahLst/>
              <a:cxnLst/>
              <a:rect l="l" t="t" r="r" b="b"/>
              <a:pathLst>
                <a:path w="994833" h="994834">
                  <a:moveTo>
                    <a:pt x="0" y="0"/>
                  </a:moveTo>
                  <a:lnTo>
                    <a:pt x="698500" y="0"/>
                  </a:lnTo>
                  <a:lnTo>
                    <a:pt x="698500" y="994834"/>
                  </a:lnTo>
                  <a:lnTo>
                    <a:pt x="994833" y="9948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reeform 84"/>
            <p:cNvSpPr/>
            <p:nvPr/>
          </p:nvSpPr>
          <p:spPr>
            <a:xfrm>
              <a:off x="9144000" y="3856567"/>
              <a:ext cx="698500" cy="1439333"/>
            </a:xfrm>
            <a:custGeom>
              <a:avLst/>
              <a:gdLst/>
              <a:ahLst/>
              <a:cxnLst/>
              <a:rect l="l" t="t" r="r" b="b"/>
              <a:pathLst>
                <a:path w="698500" h="1439333">
                  <a:moveTo>
                    <a:pt x="0" y="1439333"/>
                  </a:moveTo>
                  <a:lnTo>
                    <a:pt x="698500" y="1439333"/>
                  </a:lnTo>
                  <a:lnTo>
                    <a:pt x="698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6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66500" y="3602567"/>
              <a:ext cx="508000" cy="508000"/>
            </a:xfrm>
            <a:prstGeom prst="rect">
              <a:avLst/>
            </a:prstGeom>
          </p:spPr>
        </p:pic>
        <p:sp>
          <p:nvSpPr>
            <p:cNvPr id="87" name="TextBox 86"/>
            <p:cNvSpPr txBox="1"/>
            <p:nvPr/>
          </p:nvSpPr>
          <p:spPr>
            <a:xfrm>
              <a:off x="11138958" y="4160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10731500" y="3856567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Oval 88"/>
            <p:cNvSpPr/>
            <p:nvPr/>
          </p:nvSpPr>
          <p:spPr>
            <a:xfrm>
              <a:off x="31644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31630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1" name="Oval 90"/>
            <p:cNvSpPr/>
            <p:nvPr/>
          </p:nvSpPr>
          <p:spPr>
            <a:xfrm>
              <a:off x="40534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0520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6519333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518010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7620000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618677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Oval 96"/>
            <p:cNvSpPr/>
            <p:nvPr/>
          </p:nvSpPr>
          <p:spPr>
            <a:xfrm>
              <a:off x="9260417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9259094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99" name="Oval 98"/>
            <p:cNvSpPr/>
            <p:nvPr/>
          </p:nvSpPr>
          <p:spPr>
            <a:xfrm>
              <a:off x="317500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16177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613833" y="6307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→ TGW</a:t>
              </a:r>
            </a:p>
          </p:txBody>
        </p:sp>
        <p:sp>
          <p:nvSpPr>
            <p:cNvPr id="102" name="Oval 101"/>
            <p:cNvSpPr/>
            <p:nvPr/>
          </p:nvSpPr>
          <p:spPr>
            <a:xfrm>
              <a:off x="1534583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1533260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1830917" y="6307667"/>
              <a:ext cx="4111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Spoke RT 0.0.0.0/0 → 검사 VPC (appliance mode)</a:t>
              </a:r>
            </a:p>
          </p:txBody>
        </p:sp>
        <p:sp>
          <p:nvSpPr>
            <p:cNvPr id="105" name="Oval 104"/>
            <p:cNvSpPr/>
            <p:nvPr/>
          </p:nvSpPr>
          <p:spPr>
            <a:xfrm>
              <a:off x="5139267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5137944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5435600" y="6307667"/>
              <a:ext cx="3833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같은 AZ 방화벽에서 검사 (VPC 간은 TGW로 반환)</a:t>
              </a:r>
            </a:p>
          </p:txBody>
        </p:sp>
        <p:sp>
          <p:nvSpPr>
            <p:cNvPr id="108" name="Oval 107"/>
            <p:cNvSpPr/>
            <p:nvPr/>
          </p:nvSpPr>
          <p:spPr>
            <a:xfrm>
              <a:off x="8464550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8463227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8760883" y="6307667"/>
              <a:ext cx="2024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방화벽 → NAT (인터넷행)</a:t>
              </a:r>
            </a:p>
          </p:txBody>
        </p:sp>
        <p:sp>
          <p:nvSpPr>
            <p:cNvPr id="111" name="Oval 110"/>
            <p:cNvSpPr/>
            <p:nvPr/>
          </p:nvSpPr>
          <p:spPr>
            <a:xfrm>
              <a:off x="10399183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10397860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0695517" y="6307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NAT → IGW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17500" y="6477000"/>
              <a:ext cx="14081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라우팅(같은 AZ): App 0.0.0.0/0 → TGW · TGW 서브넷 0.0.0.0/0 → 방화벽 · 방화벽 서브넷 0.0.0.0/0 → NAT, 10.0.0.0/8 → TGW · 퍼블릭 0.0.0.0/0 → IGW, 10.0.0.0/8 → 방화벽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2026-10-23T08:48:53Z</dcterms:created>
  <dcterms:modified xsi:type="dcterms:W3CDTF">2026-10-23T08:48:53Z</dcterms:modified>
  <cp:category/>
</cp:coreProperties>
</file>