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25.png"/><Relationship Id="rId17" Type="http://schemas.openxmlformats.org/officeDocument/2006/relationships/image" Target="../media/image26.svg"/><Relationship Id="rId18" Type="http://schemas.openxmlformats.org/officeDocument/2006/relationships/image" Target="../media/image29.png"/><Relationship Id="rId19" Type="http://schemas.openxmlformats.org/officeDocument/2006/relationships/image" Target="../media/image3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Relationship Id="rId18" Type="http://schemas.openxmlformats.org/officeDocument/2006/relationships/image" Target="../media/image53.png"/><Relationship Id="rId19" Type="http://schemas.openxmlformats.org/officeDocument/2006/relationships/image" Target="../media/image5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5.png"/><Relationship Id="rId15" Type="http://schemas.openxmlformats.org/officeDocument/2006/relationships/image" Target="../media/image56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9.png"/><Relationship Id="rId21" Type="http://schemas.openxmlformats.org/officeDocument/2006/relationships/image" Target="../media/image6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61.png"/><Relationship Id="rId25" Type="http://schemas.openxmlformats.org/officeDocument/2006/relationships/image" Target="../media/image62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730884" y="956891"/>
            <a:ext cx="10697700" cy="5587528"/>
            <a:chOff x="730884" y="956891"/>
            <a:chExt cx="10697700" cy="5587528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05907" y="3846259"/>
              <a:ext cx="509888" cy="509888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30884" y="4406074"/>
              <a:ext cx="659934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23119" y="956891"/>
              <a:ext cx="9305465" cy="5587528"/>
            </a:xfrm>
            <a:prstGeom prst="rect">
              <a:avLst/>
            </a:prstGeom>
            <a:noFill/>
            <a:ln w="2124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23119" y="956891"/>
              <a:ext cx="339926" cy="339926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569271" y="1039216"/>
              <a:ext cx="1145257" cy="20714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4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41799" y="2847727"/>
              <a:ext cx="509888" cy="509888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213412" y="3407542"/>
              <a:ext cx="966664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51003" y="3597688"/>
              <a:ext cx="1091480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NLB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12859" y="1318062"/>
              <a:ext cx="7945762" cy="5141375"/>
            </a:xfrm>
            <a:prstGeom prst="rect">
              <a:avLst/>
            </a:prstGeom>
            <a:noFill/>
            <a:ln w="21245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12859" y="1318062"/>
              <a:ext cx="254944" cy="254944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52784" y="1367988"/>
              <a:ext cx="76217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175108" y="2847727"/>
              <a:ext cx="509888" cy="509888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202328" y="3407542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69203" y="3597688"/>
              <a:ext cx="1521698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175108" y="3846259"/>
              <a:ext cx="509888" cy="509888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44477" y="4406074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16180" y="4596220"/>
              <a:ext cx="1027744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75108" y="5290943"/>
              <a:ext cx="509888" cy="50988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253450" y="5850758"/>
              <a:ext cx="353204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748873" y="6040904"/>
              <a:ext cx="1362358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52784" y="1636742"/>
              <a:ext cx="5948699" cy="4737714"/>
            </a:xfrm>
            <a:prstGeom prst="rect">
              <a:avLst/>
            </a:prstGeom>
            <a:noFill/>
            <a:ln w="21245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652784" y="1636742"/>
              <a:ext cx="254944" cy="254944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3992710" y="1686669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92710" y="1876814"/>
              <a:ext cx="1091480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10.0.0.0/16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780257" y="2125385"/>
              <a:ext cx="5693755" cy="1635892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907729" y="2175312"/>
              <a:ext cx="2091339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780257" y="4674828"/>
              <a:ext cx="5693755" cy="1614647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907729" y="4724754"/>
              <a:ext cx="2091339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907729" y="2444065"/>
              <a:ext cx="1699628" cy="1232230"/>
            </a:xfrm>
            <a:prstGeom prst="rect">
              <a:avLst/>
            </a:prstGeom>
            <a:noFill/>
            <a:ln w="15934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3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07729" y="2444065"/>
              <a:ext cx="254944" cy="254944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247654" y="2493992"/>
              <a:ext cx="147788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862301" y="2444065"/>
              <a:ext cx="3484238" cy="1232230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6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2301" y="2444065"/>
              <a:ext cx="254944" cy="254944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6202227" y="2493992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907729" y="4993508"/>
              <a:ext cx="1699628" cy="1210985"/>
            </a:xfrm>
            <a:prstGeom prst="rect">
              <a:avLst/>
            </a:prstGeom>
            <a:noFill/>
            <a:ln w="15934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07729" y="4993508"/>
              <a:ext cx="254944" cy="254944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4247654" y="5043434"/>
              <a:ext cx="147788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862301" y="4993508"/>
              <a:ext cx="3484238" cy="1210985"/>
            </a:xfrm>
            <a:prstGeom prst="rect">
              <a:avLst/>
            </a:prstGeom>
            <a:noFill/>
            <a:ln w="1593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2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2301" y="4993508"/>
              <a:ext cx="254944" cy="254944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6202227" y="5043434"/>
              <a:ext cx="1171150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44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2599" y="2847727"/>
              <a:ext cx="509888" cy="509888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4120846" y="3407542"/>
              <a:ext cx="127339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6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2599" y="5290943"/>
              <a:ext cx="509888" cy="509888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4120846" y="5850758"/>
              <a:ext cx="1273393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7179513" y="2529047"/>
              <a:ext cx="2039554" cy="3590465"/>
            </a:xfrm>
            <a:prstGeom prst="rect">
              <a:avLst/>
            </a:prstGeom>
            <a:noFill/>
            <a:ln w="15934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9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179513" y="2529047"/>
              <a:ext cx="254944" cy="254944"/>
            </a:xfrm>
            <a:prstGeom prst="rect">
              <a:avLst/>
            </a:prstGeom>
          </p:spPr>
        </p:pic>
        <p:sp>
          <p:nvSpPr>
            <p:cNvPr id="50" name="TextBox 49"/>
            <p:cNvSpPr txBox="1"/>
            <p:nvPr/>
          </p:nvSpPr>
          <p:spPr>
            <a:xfrm>
              <a:off x="7519439" y="2578973"/>
              <a:ext cx="1989096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1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9439" y="2847727"/>
              <a:ext cx="509888" cy="509888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7546659" y="3407542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3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96725" y="2847727"/>
              <a:ext cx="509888" cy="509888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523946" y="3407542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5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9439" y="5290943"/>
              <a:ext cx="509888" cy="509888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7546659" y="5850758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7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96725" y="5290943"/>
              <a:ext cx="509888" cy="509888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8523946" y="5850758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9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502599" y="3846259"/>
              <a:ext cx="509888" cy="509888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4529819" y="4406074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3397840" y="3846259"/>
              <a:ext cx="509888" cy="7435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2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397840" y="3846259"/>
              <a:ext cx="509888" cy="509888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3425061" y="4406074"/>
              <a:ext cx="455447" cy="19333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4" name="Connector 63"/>
            <p:cNvCxnSpPr/>
            <p:nvPr/>
          </p:nvCxnSpPr>
          <p:spPr>
            <a:xfrm>
              <a:off x="1358286" y="4101203"/>
              <a:ext cx="1997063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5" name="TextBox 64"/>
            <p:cNvSpPr txBox="1"/>
            <p:nvPr/>
          </p:nvSpPr>
          <p:spPr>
            <a:xfrm>
              <a:off x="1305173" y="3884500"/>
              <a:ext cx="828569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3950219" y="4101203"/>
              <a:ext cx="509889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054978" y="4101203"/>
              <a:ext cx="2082044" cy="0"/>
            </a:xfrm>
            <a:prstGeom prst="line">
              <a:avLst/>
            </a:prstGeom>
            <a:ln w="1593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TextBox 67"/>
            <p:cNvSpPr txBox="1"/>
            <p:nvPr/>
          </p:nvSpPr>
          <p:spPr>
            <a:xfrm>
              <a:off x="5637897" y="3884500"/>
              <a:ext cx="916206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:8080</a:t>
              </a:r>
            </a:p>
          </p:txBody>
        </p:sp>
        <p:sp>
          <p:nvSpPr>
            <p:cNvPr id="69" name="Freeform 68"/>
            <p:cNvSpPr/>
            <p:nvPr/>
          </p:nvSpPr>
          <p:spPr>
            <a:xfrm>
              <a:off x="1060851" y="3102671"/>
              <a:ext cx="1338458" cy="701097"/>
            </a:xfrm>
            <a:custGeom>
              <a:avLst/>
              <a:gdLst/>
              <a:ahLst/>
              <a:cxnLst/>
              <a:rect l="l" t="t" r="r" b="b"/>
              <a:pathLst>
                <a:path w="1338458" h="701097">
                  <a:moveTo>
                    <a:pt x="0" y="701097"/>
                  </a:moveTo>
                  <a:lnTo>
                    <a:pt x="0" y="0"/>
                  </a:lnTo>
                  <a:lnTo>
                    <a:pt x="1338458" y="0"/>
                  </a:lnTo>
                </a:path>
              </a:pathLst>
            </a:custGeom>
            <a:noFill/>
            <a:ln w="15934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321107" y="2896591"/>
              <a:ext cx="796701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1" name="Connector 70"/>
            <p:cNvCxnSpPr/>
            <p:nvPr/>
          </p:nvCxnSpPr>
          <p:spPr>
            <a:xfrm flipH="1">
              <a:off x="5054978" y="3102671"/>
              <a:ext cx="2082044" cy="0"/>
            </a:xfrm>
            <a:prstGeom prst="line">
              <a:avLst/>
            </a:prstGeom>
            <a:ln w="15934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2" name="TextBox 71"/>
            <p:cNvSpPr txBox="1"/>
            <p:nvPr/>
          </p:nvSpPr>
          <p:spPr>
            <a:xfrm>
              <a:off x="6037575" y="2896591"/>
              <a:ext cx="924173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3" name="Connector 72"/>
            <p:cNvCxnSpPr/>
            <p:nvPr/>
          </p:nvCxnSpPr>
          <p:spPr>
            <a:xfrm flipH="1">
              <a:off x="5054978" y="5545887"/>
              <a:ext cx="2082044" cy="0"/>
            </a:xfrm>
            <a:prstGeom prst="line">
              <a:avLst/>
            </a:prstGeom>
            <a:ln w="15934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4" name="TextBox 73"/>
            <p:cNvSpPr txBox="1"/>
            <p:nvPr/>
          </p:nvSpPr>
          <p:spPr>
            <a:xfrm>
              <a:off x="6037575" y="5339807"/>
              <a:ext cx="924173" cy="1657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23257" y="965292"/>
            <a:ext cx="11599103" cy="5549671"/>
            <a:chOff x="323257" y="965292"/>
            <a:chExt cx="11599103" cy="5549671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056" y="3824855"/>
              <a:ext cx="508367" cy="508367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23257" y="4361817"/>
              <a:ext cx="65796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4882" y="965292"/>
              <a:ext cx="10146154" cy="5549671"/>
            </a:xfrm>
            <a:prstGeom prst="rect">
              <a:avLst/>
            </a:prstGeom>
            <a:noFill/>
            <a:ln w="21182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4882" y="965292"/>
              <a:ext cx="338911" cy="338911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19703" y="1047372"/>
              <a:ext cx="1141839" cy="20652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8475" y="1388931"/>
              <a:ext cx="508367" cy="508367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790769" y="2095349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28547" y="2284927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ALB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0434" y="1325385"/>
              <a:ext cx="9065874" cy="5104850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70434" y="1325385"/>
              <a:ext cx="254183" cy="254183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109345" y="1375162"/>
              <a:ext cx="75990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67616" y="2850485"/>
              <a:ext cx="508367" cy="508367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094755" y="3387448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19956" y="3577026"/>
              <a:ext cx="603686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67616" y="5286409"/>
              <a:ext cx="508367" cy="508367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90879" y="5823372"/>
              <a:ext cx="86184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52439" y="6012950"/>
              <a:ext cx="738720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084349" y="2850485"/>
              <a:ext cx="508367" cy="508367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754705" y="3387448"/>
              <a:ext cx="1167655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826194" y="3577026"/>
              <a:ext cx="102467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1084349" y="5286409"/>
              <a:ext cx="508367" cy="508367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162458" y="5823372"/>
              <a:ext cx="352150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34137" y="6012950"/>
              <a:ext cx="1008790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09345" y="1643114"/>
              <a:ext cx="6820588" cy="4702393"/>
            </a:xfrm>
            <a:prstGeom prst="rect">
              <a:avLst/>
            </a:prstGeom>
            <a:noFill/>
            <a:ln w="21182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109345" y="1643114"/>
              <a:ext cx="254183" cy="254183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48256" y="1692892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448256" y="1882470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10.0.0.0/16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215255" y="2130299"/>
              <a:ext cx="6608768" cy="1609828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342347" y="2180076"/>
              <a:ext cx="208509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215255" y="4650951"/>
              <a:ext cx="6608768" cy="1609828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342347" y="4700728"/>
              <a:ext cx="208509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342347" y="2448028"/>
              <a:ext cx="1546282" cy="1207371"/>
            </a:xfrm>
            <a:prstGeom prst="rect">
              <a:avLst/>
            </a:prstGeom>
            <a:noFill/>
            <a:ln w="15886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6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2347" y="2448028"/>
              <a:ext cx="254183" cy="254183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3681258" y="2497806"/>
              <a:ext cx="147346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015721" y="2448028"/>
              <a:ext cx="3304384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5721" y="2448028"/>
              <a:ext cx="254183" cy="254183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5354632" y="2497806"/>
              <a:ext cx="1167655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447196" y="2448028"/>
              <a:ext cx="1270917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2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7196" y="2448028"/>
              <a:ext cx="254183" cy="254183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8786108" y="2497806"/>
              <a:ext cx="1065717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342347" y="4968680"/>
              <a:ext cx="1546282" cy="1207371"/>
            </a:xfrm>
            <a:prstGeom prst="rect">
              <a:avLst/>
            </a:prstGeom>
            <a:noFill/>
            <a:ln w="15886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2347" y="4968680"/>
              <a:ext cx="254183" cy="254183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3681258" y="5018458"/>
              <a:ext cx="147346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015721" y="4968680"/>
              <a:ext cx="3304384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5721" y="4968680"/>
              <a:ext cx="254183" cy="254183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5354632" y="5018458"/>
              <a:ext cx="1167655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8447196" y="4968680"/>
              <a:ext cx="1270917" cy="1207371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7196" y="4968680"/>
              <a:ext cx="254183" cy="254183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8786108" y="5018458"/>
              <a:ext cx="1065717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3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1304" y="2850485"/>
              <a:ext cx="508367" cy="508367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3480691" y="3387448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5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1304" y="5286409"/>
              <a:ext cx="508367" cy="508367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3480691" y="5823372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286638" y="2532756"/>
              <a:ext cx="1948739" cy="3558568"/>
            </a:xfrm>
            <a:prstGeom prst="rect">
              <a:avLst/>
            </a:prstGeom>
            <a:noFill/>
            <a:ln w="15886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8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86638" y="2532756"/>
              <a:ext cx="254183" cy="254183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6625549" y="2582534"/>
              <a:ext cx="1983160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549" y="2850485"/>
              <a:ext cx="508367" cy="508367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6652688" y="3387448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2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2282" y="2850485"/>
              <a:ext cx="508367" cy="508367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7669422" y="3387448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4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549" y="5286409"/>
              <a:ext cx="508367" cy="508367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6652688" y="5823372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6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2282" y="5286409"/>
              <a:ext cx="508367" cy="508367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7669422" y="5823372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8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8471" y="2850485"/>
              <a:ext cx="508367" cy="508367"/>
            </a:xfrm>
            <a:prstGeom prst="rect">
              <a:avLst/>
            </a:prstGeom>
          </p:spPr>
        </p:pic>
        <p:sp>
          <p:nvSpPr>
            <p:cNvPr id="69" name="TextBox 68"/>
            <p:cNvSpPr txBox="1"/>
            <p:nvPr/>
          </p:nvSpPr>
          <p:spPr>
            <a:xfrm>
              <a:off x="8447858" y="3387448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70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8471" y="5286409"/>
              <a:ext cx="508367" cy="508367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8447858" y="5823372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2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861304" y="3824855"/>
              <a:ext cx="508367" cy="508367"/>
            </a:xfrm>
            <a:prstGeom prst="rect">
              <a:avLst/>
            </a:prstGeom>
          </p:spPr>
        </p:pic>
        <p:sp>
          <p:nvSpPr>
            <p:cNvPr id="73" name="TextBox 72"/>
            <p:cNvSpPr txBox="1"/>
            <p:nvPr/>
          </p:nvSpPr>
          <p:spPr>
            <a:xfrm>
              <a:off x="3888444" y="4361817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855162" y="3824855"/>
              <a:ext cx="508367" cy="74136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5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855162" y="3824855"/>
              <a:ext cx="508367" cy="508367"/>
            </a:xfrm>
            <a:prstGeom prst="rect">
              <a:avLst/>
            </a:prstGeom>
          </p:spPr>
        </p:pic>
        <p:sp>
          <p:nvSpPr>
            <p:cNvPr id="76" name="TextBox 75"/>
            <p:cNvSpPr txBox="1"/>
            <p:nvPr/>
          </p:nvSpPr>
          <p:spPr>
            <a:xfrm>
              <a:off x="2882301" y="4361817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948786" y="4079038"/>
              <a:ext cx="1864012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229" y="3862982"/>
              <a:ext cx="100084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3405892" y="4079038"/>
              <a:ext cx="413048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0" name="Connector 79"/>
            <p:cNvCxnSpPr/>
            <p:nvPr/>
          </p:nvCxnSpPr>
          <p:spPr>
            <a:xfrm>
              <a:off x="4412035" y="4079038"/>
              <a:ext cx="1832239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1" name="TextBox 80"/>
            <p:cNvSpPr txBox="1"/>
            <p:nvPr/>
          </p:nvSpPr>
          <p:spPr>
            <a:xfrm>
              <a:off x="4920402" y="3862982"/>
              <a:ext cx="826096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235377" y="3104669"/>
              <a:ext cx="550731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8443225" y="2899204"/>
              <a:ext cx="38921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4" name="Freeform 83"/>
            <p:cNvSpPr/>
            <p:nvPr/>
          </p:nvSpPr>
          <p:spPr>
            <a:xfrm>
              <a:off x="652239" y="1643114"/>
              <a:ext cx="1323872" cy="2139377"/>
            </a:xfrm>
            <a:custGeom>
              <a:avLst/>
              <a:gdLst/>
              <a:ahLst/>
              <a:cxnLst/>
              <a:rect l="l" t="t" r="r" b="b"/>
              <a:pathLst>
                <a:path w="1323872" h="2139377">
                  <a:moveTo>
                    <a:pt x="0" y="2139377"/>
                  </a:moveTo>
                  <a:lnTo>
                    <a:pt x="0" y="0"/>
                  </a:lnTo>
                  <a:lnTo>
                    <a:pt x="1323872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890536" y="1437649"/>
              <a:ext cx="7943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6" name="Connector 85"/>
            <p:cNvCxnSpPr/>
            <p:nvPr/>
          </p:nvCxnSpPr>
          <p:spPr>
            <a:xfrm flipH="1">
              <a:off x="4412035" y="3104669"/>
              <a:ext cx="1832239" cy="0"/>
            </a:xfrm>
            <a:prstGeom prst="line">
              <a:avLst/>
            </a:prstGeom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7" name="TextBox 86"/>
            <p:cNvSpPr txBox="1"/>
            <p:nvPr/>
          </p:nvSpPr>
          <p:spPr>
            <a:xfrm>
              <a:off x="5169290" y="2899204"/>
              <a:ext cx="921415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 flipH="1">
              <a:off x="4412035" y="5540593"/>
              <a:ext cx="1832239" cy="0"/>
            </a:xfrm>
            <a:prstGeom prst="line">
              <a:avLst/>
            </a:prstGeom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9" name="TextBox 88"/>
            <p:cNvSpPr txBox="1"/>
            <p:nvPr/>
          </p:nvSpPr>
          <p:spPr>
            <a:xfrm>
              <a:off x="5169290" y="5335128"/>
              <a:ext cx="921415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90" name="Freeform 89"/>
            <p:cNvSpPr/>
            <p:nvPr/>
          </p:nvSpPr>
          <p:spPr>
            <a:xfrm>
              <a:off x="9379202" y="3231760"/>
              <a:ext cx="211820" cy="2181741"/>
            </a:xfrm>
            <a:custGeom>
              <a:avLst/>
              <a:gdLst/>
              <a:ahLst/>
              <a:cxnLst/>
              <a:rect l="l" t="t" r="r" b="b"/>
              <a:pathLst>
                <a:path w="211820" h="2181741">
                  <a:moveTo>
                    <a:pt x="0" y="0"/>
                  </a:moveTo>
                  <a:lnTo>
                    <a:pt x="211820" y="0"/>
                  </a:lnTo>
                  <a:lnTo>
                    <a:pt x="211820" y="2181741"/>
                  </a:lnTo>
                  <a:lnTo>
                    <a:pt x="0" y="2181741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8497504" y="4117166"/>
              <a:ext cx="1008790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38529" y="944110"/>
            <a:ext cx="11682507" cy="5666171"/>
            <a:chOff x="238529" y="944110"/>
            <a:chExt cx="11682507" cy="5666171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3328" y="3718945"/>
              <a:ext cx="508367" cy="508367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38529" y="4277089"/>
              <a:ext cx="65796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11336" y="944110"/>
              <a:ext cx="10209700" cy="5422579"/>
            </a:xfrm>
            <a:prstGeom prst="rect">
              <a:avLst/>
            </a:prstGeom>
            <a:noFill/>
            <a:ln w="21182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11336" y="944110"/>
              <a:ext cx="254183" cy="254183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050248" y="1026190"/>
              <a:ext cx="1141839" cy="20652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23156" y="1304203"/>
              <a:ext cx="9913152" cy="4977758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3156" y="1304203"/>
              <a:ext cx="254183" cy="254183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62067" y="1353980"/>
              <a:ext cx="75990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58614" y="1621932"/>
              <a:ext cx="5104850" cy="4575301"/>
            </a:xfrm>
            <a:prstGeom prst="rect">
              <a:avLst/>
            </a:prstGeom>
            <a:noFill/>
            <a:ln w="21182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58614" y="1621932"/>
              <a:ext cx="254183" cy="254183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897526" y="1671710"/>
              <a:ext cx="1677346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897526" y="1861288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10.0.0.0/16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770434" y="2109117"/>
              <a:ext cx="4681211" cy="1525100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897526" y="2158895"/>
              <a:ext cx="208509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770434" y="4545041"/>
              <a:ext cx="4681211" cy="1567464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897526" y="4594819"/>
              <a:ext cx="208509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897526" y="2426846"/>
              <a:ext cx="2584198" cy="1122643"/>
            </a:xfrm>
            <a:prstGeom prst="rect">
              <a:avLst/>
            </a:prstGeom>
            <a:noFill/>
            <a:ln w="15886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7526" y="2426846"/>
              <a:ext cx="254183" cy="254183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236437" y="2476624"/>
              <a:ext cx="137153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5735907" y="2426846"/>
              <a:ext cx="1588646" cy="1122643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4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5907" y="2426846"/>
              <a:ext cx="254183" cy="254183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6074818" y="2476624"/>
              <a:ext cx="1167655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897526" y="4862770"/>
              <a:ext cx="2584198" cy="1165007"/>
            </a:xfrm>
            <a:prstGeom prst="rect">
              <a:avLst/>
            </a:prstGeom>
            <a:noFill/>
            <a:ln w="15886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7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7526" y="4862770"/>
              <a:ext cx="254183" cy="254183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3236437" y="4912548"/>
              <a:ext cx="137153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735907" y="4862770"/>
              <a:ext cx="1588646" cy="1165007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0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5907" y="4862770"/>
              <a:ext cx="254183" cy="254183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6074818" y="4912548"/>
              <a:ext cx="1167655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2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1537" y="2723394"/>
              <a:ext cx="508367" cy="508367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686738" y="3281538"/>
              <a:ext cx="65796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4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1537" y="5159318"/>
              <a:ext cx="508367" cy="508367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4686738" y="5717462"/>
              <a:ext cx="65796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6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6047" y="2723394"/>
              <a:ext cx="508367" cy="508367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6303186" y="3281538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8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6047" y="5159318"/>
              <a:ext cx="508367" cy="508367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6303186" y="5717462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304431" y="3718945"/>
              <a:ext cx="508367" cy="74136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Amazon-VPC_Internet-Gateway" descr="Amazon VPC_Internet Gateway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304431" y="3718945"/>
              <a:ext cx="508367" cy="508367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2331570" y="4277089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002375" y="1621932"/>
              <a:ext cx="3749205" cy="4575301"/>
            </a:xfrm>
            <a:prstGeom prst="rect">
              <a:avLst/>
            </a:prstGeom>
            <a:noFill/>
            <a:ln w="21182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2375" y="1621932"/>
              <a:ext cx="254183" cy="254183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8341287" y="1671710"/>
              <a:ext cx="137153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41287" y="1861288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214195" y="2109117"/>
              <a:ext cx="3325566" cy="1525100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341287" y="2158895"/>
              <a:ext cx="208509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214195" y="4545041"/>
              <a:ext cx="3325566" cy="1567464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341287" y="4594819"/>
              <a:ext cx="208509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8341287" y="2426846"/>
              <a:ext cx="3113747" cy="1122643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2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41287" y="2426846"/>
              <a:ext cx="254183" cy="254183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680198" y="2476624"/>
              <a:ext cx="177928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341287" y="4862770"/>
              <a:ext cx="3113747" cy="1165007"/>
            </a:xfrm>
            <a:prstGeom prst="rect">
              <a:avLst/>
            </a:prstGeom>
            <a:noFill/>
            <a:ln w="1588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5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41287" y="4862770"/>
              <a:ext cx="254183" cy="254183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8680198" y="4912548"/>
              <a:ext cx="177928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10078206" y="2511574"/>
              <a:ext cx="1292099" cy="3473840"/>
            </a:xfrm>
            <a:prstGeom prst="rect">
              <a:avLst/>
            </a:prstGeom>
            <a:noFill/>
            <a:ln w="15886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8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78206" y="2511574"/>
              <a:ext cx="254183" cy="254183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10417118" y="2561352"/>
              <a:ext cx="454088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7211" y="2723394"/>
              <a:ext cx="508367" cy="508367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10679244" y="3281538"/>
              <a:ext cx="704300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7211" y="5159318"/>
              <a:ext cx="508367" cy="508367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10679244" y="5717462"/>
              <a:ext cx="704300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4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10742" y="3718945"/>
              <a:ext cx="508367" cy="508367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8486913" y="4277089"/>
              <a:ext cx="556026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6" name="Freeform 65"/>
            <p:cNvSpPr/>
            <p:nvPr/>
          </p:nvSpPr>
          <p:spPr>
            <a:xfrm>
              <a:off x="2855162" y="2977577"/>
              <a:ext cx="1864011" cy="995552"/>
            </a:xfrm>
            <a:custGeom>
              <a:avLst/>
              <a:gdLst/>
              <a:ahLst/>
              <a:cxnLst/>
              <a:rect l="l" t="t" r="r" b="b"/>
              <a:pathLst>
                <a:path w="1864011" h="995552">
                  <a:moveTo>
                    <a:pt x="0" y="995552"/>
                  </a:moveTo>
                  <a:lnTo>
                    <a:pt x="1652192" y="995552"/>
                  </a:lnTo>
                  <a:lnTo>
                    <a:pt x="1652192" y="0"/>
                  </a:lnTo>
                  <a:lnTo>
                    <a:pt x="1864011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Freeform 66"/>
            <p:cNvSpPr/>
            <p:nvPr/>
          </p:nvSpPr>
          <p:spPr>
            <a:xfrm>
              <a:off x="2855162" y="3973129"/>
              <a:ext cx="1864011" cy="1440372"/>
            </a:xfrm>
            <a:custGeom>
              <a:avLst/>
              <a:gdLst/>
              <a:ahLst/>
              <a:cxnLst/>
              <a:rect l="l" t="t" r="r" b="b"/>
              <a:pathLst>
                <a:path w="1864011" h="1440372">
                  <a:moveTo>
                    <a:pt x="0" y="0"/>
                  </a:moveTo>
                  <a:lnTo>
                    <a:pt x="1652192" y="0"/>
                  </a:lnTo>
                  <a:lnTo>
                    <a:pt x="1652192" y="1440372"/>
                  </a:lnTo>
                  <a:lnTo>
                    <a:pt x="1864011" y="1440372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5312268" y="2977577"/>
              <a:ext cx="921415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9" name="Connector 68"/>
            <p:cNvCxnSpPr/>
            <p:nvPr/>
          </p:nvCxnSpPr>
          <p:spPr>
            <a:xfrm>
              <a:off x="5312268" y="5413501"/>
              <a:ext cx="921415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0" name="Freeform 69"/>
            <p:cNvSpPr/>
            <p:nvPr/>
          </p:nvSpPr>
          <p:spPr>
            <a:xfrm>
              <a:off x="5015721" y="3507126"/>
              <a:ext cx="3452657" cy="381275"/>
            </a:xfrm>
            <a:custGeom>
              <a:avLst/>
              <a:gdLst/>
              <a:ahLst/>
              <a:cxnLst/>
              <a:rect l="l" t="t" r="r" b="b"/>
              <a:pathLst>
                <a:path w="3452657" h="381275">
                  <a:moveTo>
                    <a:pt x="3452657" y="381275"/>
                  </a:moveTo>
                  <a:lnTo>
                    <a:pt x="0" y="381275"/>
                  </a:lnTo>
                  <a:lnTo>
                    <a:pt x="0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Freeform 70"/>
            <p:cNvSpPr/>
            <p:nvPr/>
          </p:nvSpPr>
          <p:spPr>
            <a:xfrm>
              <a:off x="5015721" y="4057856"/>
              <a:ext cx="3452657" cy="1059098"/>
            </a:xfrm>
            <a:custGeom>
              <a:avLst/>
              <a:gdLst/>
              <a:ahLst/>
              <a:cxnLst/>
              <a:rect l="l" t="t" r="r" b="b"/>
              <a:pathLst>
                <a:path w="3452657" h="1059098">
                  <a:moveTo>
                    <a:pt x="3452657" y="0"/>
                  </a:moveTo>
                  <a:lnTo>
                    <a:pt x="0" y="0"/>
                  </a:lnTo>
                  <a:lnTo>
                    <a:pt x="0" y="1059098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9061473" y="3973129"/>
              <a:ext cx="974370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8960859" y="4021847"/>
              <a:ext cx="117559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3575348" y="3718945"/>
              <a:ext cx="211819" cy="211819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574024" y="3746482"/>
              <a:ext cx="21446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7727010" y="3634217"/>
              <a:ext cx="211819" cy="211819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725686" y="3661754"/>
              <a:ext cx="21446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9442748" y="3718945"/>
              <a:ext cx="211819" cy="211819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9441424" y="3746482"/>
              <a:ext cx="21446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884181" y="2723394"/>
              <a:ext cx="211819" cy="211819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882857" y="2750930"/>
              <a:ext cx="21446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2" name="Oval 81"/>
            <p:cNvSpPr/>
            <p:nvPr/>
          </p:nvSpPr>
          <p:spPr>
            <a:xfrm>
              <a:off x="5884181" y="5159318"/>
              <a:ext cx="211819" cy="211819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882857" y="5186854"/>
              <a:ext cx="21446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4" name="Connector 83"/>
            <p:cNvCxnSpPr/>
            <p:nvPr/>
          </p:nvCxnSpPr>
          <p:spPr>
            <a:xfrm>
              <a:off x="864058" y="3973129"/>
              <a:ext cx="1398009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5" name="TextBox 84"/>
            <p:cNvSpPr txBox="1"/>
            <p:nvPr/>
          </p:nvSpPr>
          <p:spPr>
            <a:xfrm>
              <a:off x="766092" y="3757073"/>
              <a:ext cx="100084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86" name="Oval 85"/>
            <p:cNvSpPr/>
            <p:nvPr/>
          </p:nvSpPr>
          <p:spPr>
            <a:xfrm>
              <a:off x="1711336" y="6398462"/>
              <a:ext cx="211819" cy="211819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710013" y="6425998"/>
              <a:ext cx="21446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2007884" y="6425998"/>
              <a:ext cx="254977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IGW → GWLBe (인그레스 라우팅)</a:t>
              </a:r>
            </a:p>
          </p:txBody>
        </p:sp>
        <p:sp>
          <p:nvSpPr>
            <p:cNvPr id="89" name="Oval 88"/>
            <p:cNvSpPr/>
            <p:nvPr/>
          </p:nvSpPr>
          <p:spPr>
            <a:xfrm>
              <a:off x="4066769" y="6398462"/>
              <a:ext cx="211819" cy="211819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065445" y="6425998"/>
              <a:ext cx="21446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4363317" y="6425998"/>
              <a:ext cx="117559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⇄ GWLB</a:t>
              </a:r>
            </a:p>
          </p:txBody>
        </p:sp>
        <p:sp>
          <p:nvSpPr>
            <p:cNvPr id="92" name="Oval 91"/>
            <p:cNvSpPr/>
            <p:nvPr/>
          </p:nvSpPr>
          <p:spPr>
            <a:xfrm>
              <a:off x="5560097" y="6398462"/>
              <a:ext cx="211819" cy="211819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5558773" y="6425998"/>
              <a:ext cx="21446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5856644" y="6425998"/>
              <a:ext cx="3741262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 ⇄ 방화벽 (검사 후 GWLB → GWLBe로 반환)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8925908" y="6398462"/>
              <a:ext cx="211819" cy="211819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8924585" y="6425998"/>
              <a:ext cx="21446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222456" y="6425998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→ EC2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402167" y="1083733"/>
            <a:ext cx="13337646" cy="5526617"/>
            <a:chOff x="402167" y="1083733"/>
            <a:chExt cx="13337646" cy="5526617"/>
          </a:xfrm>
        </p:grpSpPr>
        <p:sp>
          <p:nvSpPr>
            <p:cNvPr id="4" name="Rectangle 3"/>
            <p:cNvSpPr/>
            <p:nvPr/>
          </p:nvSpPr>
          <p:spPr>
            <a:xfrm>
              <a:off x="402167" y="2988733"/>
              <a:ext cx="1820333" cy="1397000"/>
            </a:xfrm>
            <a:prstGeom prst="rect">
              <a:avLst/>
            </a:prstGeom>
            <a:noFill/>
            <a:ln w="21167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2988733"/>
              <a:ext cx="254000" cy="254000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40833" y="3038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58333" y="3348567"/>
              <a:ext cx="508000" cy="508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23333" y="39063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646" y="4095750"/>
              <a:ext cx="134937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192.168.0.0/16</a:t>
              </a:r>
            </a:p>
          </p:txBody>
        </p:sp>
        <p:pic>
          <p:nvPicPr>
            <p:cNvPr id="10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82333" y="3348567"/>
              <a:ext cx="508000" cy="508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354792" y="3906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608667" y="3602567"/>
              <a:ext cx="9313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132667" y="3602567"/>
              <a:ext cx="529166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115469" y="3386667"/>
              <a:ext cx="5635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5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04167" y="33485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3069167" y="39063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254500" y="3602567"/>
              <a:ext cx="18203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8" name="Rectangle 17"/>
            <p:cNvSpPr/>
            <p:nvPr/>
          </p:nvSpPr>
          <p:spPr>
            <a:xfrm>
              <a:off x="4762500" y="1083733"/>
              <a:ext cx="7027333" cy="4931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762500" y="1083733"/>
              <a:ext cx="338667" cy="338667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207000" y="1165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974167" y="1507067"/>
              <a:ext cx="3048000" cy="4296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74167" y="15070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5312833" y="1556808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4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117167" y="3348567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5431234" y="3906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A</a:t>
              </a:r>
            </a:p>
          </p:txBody>
        </p:sp>
        <p:pic>
          <p:nvPicPr>
            <p:cNvPr id="26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2167" y="1930400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5050896" y="24881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Services VPC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192448" y="2677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167" y="1930400"/>
              <a:ext cx="508000" cy="508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524625" y="24881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62448" y="2677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pic>
          <p:nvPicPr>
            <p:cNvPr id="3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2167" y="4766733"/>
              <a:ext cx="508000" cy="508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5305557" y="5324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192448" y="5513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10.3.0.0/16</a:t>
              </a:r>
            </a:p>
          </p:txBody>
        </p:sp>
        <p:pic>
          <p:nvPicPr>
            <p:cNvPr id="3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167" y="47667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524625" y="5324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62448" y="5513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10.4.0.0/16</a:t>
              </a:r>
            </a:p>
          </p:txBody>
        </p:sp>
        <p:sp>
          <p:nvSpPr>
            <p:cNvPr id="38" name="Freeform 37"/>
            <p:cNvSpPr/>
            <p:nvPr/>
          </p:nvSpPr>
          <p:spPr>
            <a:xfrm>
              <a:off x="5736167" y="2882900"/>
              <a:ext cx="529166" cy="423333"/>
            </a:xfrm>
            <a:custGeom>
              <a:avLst/>
              <a:gdLst/>
              <a:ahLst/>
              <a:cxnLst/>
              <a:rect l="l" t="t" r="r" b="b"/>
              <a:pathLst>
                <a:path w="529166" h="423333">
                  <a:moveTo>
                    <a:pt x="529166" y="423333"/>
                  </a:moveTo>
                  <a:lnTo>
                    <a:pt x="529166" y="211667"/>
                  </a:lnTo>
                  <a:lnTo>
                    <a:pt x="0" y="211667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6477000" y="2882900"/>
              <a:ext cx="529167" cy="423333"/>
            </a:xfrm>
            <a:custGeom>
              <a:avLst/>
              <a:gdLst/>
              <a:ahLst/>
              <a:cxnLst/>
              <a:rect l="l" t="t" r="r" b="b"/>
              <a:pathLst>
                <a:path w="529167" h="423333">
                  <a:moveTo>
                    <a:pt x="0" y="423333"/>
                  </a:moveTo>
                  <a:lnTo>
                    <a:pt x="0" y="211667"/>
                  </a:lnTo>
                  <a:lnTo>
                    <a:pt x="529167" y="211667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5736167" y="4131733"/>
              <a:ext cx="529166" cy="592667"/>
            </a:xfrm>
            <a:custGeom>
              <a:avLst/>
              <a:gdLst/>
              <a:ahLst/>
              <a:cxnLst/>
              <a:rect l="l" t="t" r="r" b="b"/>
              <a:pathLst>
                <a:path w="529166" h="592667">
                  <a:moveTo>
                    <a:pt x="529166" y="0"/>
                  </a:moveTo>
                  <a:lnTo>
                    <a:pt x="529166" y="296334"/>
                  </a:lnTo>
                  <a:lnTo>
                    <a:pt x="0" y="296334"/>
                  </a:lnTo>
                  <a:lnTo>
                    <a:pt x="0" y="592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6477000" y="4131733"/>
              <a:ext cx="529167" cy="592667"/>
            </a:xfrm>
            <a:custGeom>
              <a:avLst/>
              <a:gdLst/>
              <a:ahLst/>
              <a:cxnLst/>
              <a:rect l="l" t="t" r="r" b="b"/>
              <a:pathLst>
                <a:path w="529167" h="592667">
                  <a:moveTo>
                    <a:pt x="0" y="0"/>
                  </a:moveTo>
                  <a:lnTo>
                    <a:pt x="0" y="296334"/>
                  </a:lnTo>
                  <a:lnTo>
                    <a:pt x="529167" y="296334"/>
                  </a:lnTo>
                  <a:lnTo>
                    <a:pt x="529167" y="592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122833" y="1507067"/>
              <a:ext cx="2455333" cy="4296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122833" y="1507067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461500" y="1556808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054167" y="3348567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9368234" y="3906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B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4167" y="1930400"/>
              <a:ext cx="508000" cy="508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928490" y="2488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20792" y="2677583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10.16.0.0/16</a:t>
              </a:r>
            </a:p>
          </p:txBody>
        </p:sp>
        <p:pic>
          <p:nvPicPr>
            <p:cNvPr id="50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4167" y="47667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9571964" y="5324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720792" y="5513917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10.17.0.0/16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 flipV="1">
              <a:off x="10308167" y="2882900"/>
              <a:ext cx="0" cy="423333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308167" y="4131733"/>
              <a:ext cx="0" cy="592667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6667500" y="3602567"/>
              <a:ext cx="1608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868833" y="3602567"/>
              <a:ext cx="1143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pic>
          <p:nvPicPr>
            <p:cNvPr id="57" name="Amazon-VPC_Peering-Connection" descr="Amazon VPC_Peering Connection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318500" y="3348567"/>
              <a:ext cx="508000" cy="508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7938161" y="39063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175625" y="4095750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AWS 백본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762500" y="6106583"/>
              <a:ext cx="897731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VPC·VPN은 리전 TGW에 attachment로 연결 · VPC CIDR과 VPN(BGP) 경로는 TGW 라우팅 테이블에 전파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762500" y="6275917"/>
              <a:ext cx="45720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라우팅: VPC 서브넷 10.0.0.0/8 · 192.168.0.0/16 → TGW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762500" y="6445250"/>
              <a:ext cx="7659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TGW RT: A 10.16.0.0/13 → peering · B 10.0.0.0/13 · 192.168.0.0/16 → peering (정적 경로)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16177" y="999067"/>
            <a:ext cx="11785864" cy="5619750"/>
            <a:chOff x="316177" y="999067"/>
            <a:chExt cx="11785864" cy="5619750"/>
          </a:xfrm>
        </p:grpSpPr>
        <p:sp>
          <p:nvSpPr>
            <p:cNvPr id="4" name="Rectangle 3"/>
            <p:cNvSpPr/>
            <p:nvPr/>
          </p:nvSpPr>
          <p:spPr>
            <a:xfrm>
              <a:off x="317500" y="999067"/>
              <a:ext cx="10752667" cy="5376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9990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62000" y="10810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29167" y="1358900"/>
              <a:ext cx="10329333" cy="4931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9167" y="1358900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867833" y="1408642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8500" y="1993900"/>
              <a:ext cx="2116667" cy="1693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98500" y="1993900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037167" y="20436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37167" y="22330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25500" y="2480733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5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25500" y="2480733"/>
              <a:ext cx="254000" cy="254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164167" y="2530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7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02833" y="2777067"/>
              <a:ext cx="508000" cy="508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529953" y="3334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98500" y="4428067"/>
              <a:ext cx="2116667" cy="1693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98500" y="4428067"/>
              <a:ext cx="254000" cy="2540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1037167" y="4477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37167" y="4667250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25500" y="4914900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25500" y="4914900"/>
              <a:ext cx="254000" cy="254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64167" y="4964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02833" y="5211233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1529953" y="576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8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29000" y="3771900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56120" y="4329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30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29000" y="2777067"/>
              <a:ext cx="508000" cy="508000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3048661" y="3334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024188" y="3524250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3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29000" y="5211233"/>
              <a:ext cx="508000" cy="5080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3201458" y="57689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762250" y="5958417"/>
              <a:ext cx="1841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0.0.0.0/0 → 검사 VPC</a:t>
              </a:r>
            </a:p>
          </p:txBody>
        </p:sp>
        <p:sp>
          <p:nvSpPr>
            <p:cNvPr id="36" name="Freeform 35"/>
            <p:cNvSpPr/>
            <p:nvPr/>
          </p:nvSpPr>
          <p:spPr>
            <a:xfrm>
              <a:off x="2857500" y="3031067"/>
              <a:ext cx="529167" cy="910166"/>
            </a:xfrm>
            <a:custGeom>
              <a:avLst/>
              <a:gdLst/>
              <a:ahLst/>
              <a:cxnLst/>
              <a:rect l="l" t="t" r="r" b="b"/>
              <a:pathLst>
                <a:path w="529167" h="910166">
                  <a:moveTo>
                    <a:pt x="0" y="0"/>
                  </a:moveTo>
                  <a:lnTo>
                    <a:pt x="254000" y="0"/>
                  </a:lnTo>
                  <a:lnTo>
                    <a:pt x="254000" y="910166"/>
                  </a:lnTo>
                  <a:lnTo>
                    <a:pt x="529167" y="9101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Freeform 36"/>
            <p:cNvSpPr/>
            <p:nvPr/>
          </p:nvSpPr>
          <p:spPr>
            <a:xfrm>
              <a:off x="2857500" y="4110567"/>
              <a:ext cx="529167" cy="1354666"/>
            </a:xfrm>
            <a:custGeom>
              <a:avLst/>
              <a:gdLst/>
              <a:ahLst/>
              <a:cxnLst/>
              <a:rect l="l" t="t" r="r" b="b"/>
              <a:pathLst>
                <a:path w="529167" h="1354666">
                  <a:moveTo>
                    <a:pt x="0" y="1354666"/>
                  </a:moveTo>
                  <a:lnTo>
                    <a:pt x="254000" y="1354666"/>
                  </a:lnTo>
                  <a:lnTo>
                    <a:pt x="254000" y="0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08500" y="1676400"/>
              <a:ext cx="5926667" cy="4529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08500" y="1676400"/>
              <a:ext cx="254000" cy="254000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4847167" y="1726142"/>
              <a:ext cx="1574271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847167" y="1915583"/>
              <a:ext cx="1262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100.64.0.0/16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677833" y="2163233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804833" y="22129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677833" y="4597400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804833" y="4647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804833" y="2480733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04833" y="2480733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143500" y="2530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6371167" y="2480733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371167" y="2480733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6709833" y="2530475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106833" y="2480733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06833" y="2480733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445500" y="2530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804833" y="4914900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04833" y="4914900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5143500" y="4964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6371167" y="4914900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371167" y="4914900"/>
              <a:ext cx="254000" cy="254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709833" y="49646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8106833" y="4914900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2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06833" y="4914900"/>
              <a:ext cx="254000" cy="254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445500" y="49646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4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270500" y="2777067"/>
              <a:ext cx="508000" cy="508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5093891" y="3334808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6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21500" y="2777067"/>
              <a:ext cx="508000" cy="508000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6235568" y="33348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8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93667" y="2777067"/>
              <a:ext cx="508000" cy="508000"/>
            </a:xfrm>
            <a:prstGeom prst="rect">
              <a:avLst/>
            </a:prstGeom>
          </p:spPr>
        </p:pic>
        <p:sp>
          <p:nvSpPr>
            <p:cNvPr id="69" name="TextBox 68"/>
            <p:cNvSpPr txBox="1"/>
            <p:nvPr/>
          </p:nvSpPr>
          <p:spPr>
            <a:xfrm>
              <a:off x="8213328" y="3334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0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270500" y="5211233"/>
              <a:ext cx="508000" cy="508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5093891" y="57689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72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21500" y="5211233"/>
              <a:ext cx="508000" cy="508000"/>
            </a:xfrm>
            <a:prstGeom prst="rect">
              <a:avLst/>
            </a:prstGeom>
          </p:spPr>
        </p:pic>
        <p:sp>
          <p:nvSpPr>
            <p:cNvPr id="73" name="TextBox 72"/>
            <p:cNvSpPr txBox="1"/>
            <p:nvPr/>
          </p:nvSpPr>
          <p:spPr>
            <a:xfrm>
              <a:off x="6235568" y="57689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4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93667" y="5211233"/>
              <a:ext cx="508000" cy="508000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8213328" y="5768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6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21500" y="3771900"/>
              <a:ext cx="508000" cy="508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6082771" y="4329642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10181167" y="3771900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9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81167" y="3771900"/>
              <a:ext cx="508000" cy="508000"/>
            </a:xfrm>
            <a:prstGeom prst="rect">
              <a:avLst/>
            </a:prstGeom>
          </p:spPr>
        </p:pic>
        <p:sp>
          <p:nvSpPr>
            <p:cNvPr id="80" name="TextBox 79"/>
            <p:cNvSpPr txBox="1"/>
            <p:nvPr/>
          </p:nvSpPr>
          <p:spPr>
            <a:xfrm>
              <a:off x="10208286" y="4329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81" name="Freeform 80"/>
            <p:cNvSpPr/>
            <p:nvPr/>
          </p:nvSpPr>
          <p:spPr>
            <a:xfrm>
              <a:off x="3979333" y="3031067"/>
              <a:ext cx="1248834" cy="910166"/>
            </a:xfrm>
            <a:custGeom>
              <a:avLst/>
              <a:gdLst/>
              <a:ahLst/>
              <a:cxnLst/>
              <a:rect l="l" t="t" r="r" b="b"/>
              <a:pathLst>
                <a:path w="1248834" h="910166">
                  <a:moveTo>
                    <a:pt x="0" y="910166"/>
                  </a:moveTo>
                  <a:lnTo>
                    <a:pt x="359834" y="910166"/>
                  </a:lnTo>
                  <a:lnTo>
                    <a:pt x="359834" y="0"/>
                  </a:lnTo>
                  <a:lnTo>
                    <a:pt x="1248834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Freeform 81"/>
            <p:cNvSpPr/>
            <p:nvPr/>
          </p:nvSpPr>
          <p:spPr>
            <a:xfrm>
              <a:off x="3979333" y="4110567"/>
              <a:ext cx="1248834" cy="1354666"/>
            </a:xfrm>
            <a:custGeom>
              <a:avLst/>
              <a:gdLst/>
              <a:ahLst/>
              <a:cxnLst/>
              <a:rect l="l" t="t" r="r" b="b"/>
              <a:pathLst>
                <a:path w="1248834" h="1354666">
                  <a:moveTo>
                    <a:pt x="0" y="0"/>
                  </a:moveTo>
                  <a:lnTo>
                    <a:pt x="359834" y="0"/>
                  </a:lnTo>
                  <a:lnTo>
                    <a:pt x="359834" y="1354666"/>
                  </a:lnTo>
                  <a:lnTo>
                    <a:pt x="1248834" y="13546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3" name="Connector 82"/>
            <p:cNvCxnSpPr/>
            <p:nvPr/>
          </p:nvCxnSpPr>
          <p:spPr>
            <a:xfrm>
              <a:off x="5820833" y="3031067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4" name="Connector 83"/>
            <p:cNvCxnSpPr/>
            <p:nvPr/>
          </p:nvCxnSpPr>
          <p:spPr>
            <a:xfrm>
              <a:off x="5820833" y="5465233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5" name="Connector 84"/>
            <p:cNvCxnSpPr/>
            <p:nvPr/>
          </p:nvCxnSpPr>
          <p:spPr>
            <a:xfrm>
              <a:off x="7471833" y="3031067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6" name="Connector 85"/>
            <p:cNvCxnSpPr/>
            <p:nvPr/>
          </p:nvCxnSpPr>
          <p:spPr>
            <a:xfrm>
              <a:off x="7471833" y="5465233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7" name="Freeform 86"/>
            <p:cNvSpPr/>
            <p:nvPr/>
          </p:nvSpPr>
          <p:spPr>
            <a:xfrm>
              <a:off x="9144000" y="3031067"/>
              <a:ext cx="994833" cy="994833"/>
            </a:xfrm>
            <a:custGeom>
              <a:avLst/>
              <a:gdLst/>
              <a:ahLst/>
              <a:cxnLst/>
              <a:rect l="l" t="t" r="r" b="b"/>
              <a:pathLst>
                <a:path w="994833" h="994833">
                  <a:moveTo>
                    <a:pt x="0" y="0"/>
                  </a:moveTo>
                  <a:lnTo>
                    <a:pt x="698500" y="0"/>
                  </a:lnTo>
                  <a:lnTo>
                    <a:pt x="698500" y="994833"/>
                  </a:lnTo>
                  <a:lnTo>
                    <a:pt x="994833" y="994833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Freeform 87"/>
            <p:cNvSpPr/>
            <p:nvPr/>
          </p:nvSpPr>
          <p:spPr>
            <a:xfrm>
              <a:off x="9144000" y="4025900"/>
              <a:ext cx="698500" cy="1439333"/>
            </a:xfrm>
            <a:custGeom>
              <a:avLst/>
              <a:gdLst/>
              <a:ahLst/>
              <a:cxnLst/>
              <a:rect l="l" t="t" r="r" b="b"/>
              <a:pathLst>
                <a:path w="698500" h="1439333">
                  <a:moveTo>
                    <a:pt x="0" y="1439333"/>
                  </a:moveTo>
                  <a:lnTo>
                    <a:pt x="698500" y="1439333"/>
                  </a:lnTo>
                  <a:lnTo>
                    <a:pt x="698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9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66500" y="3771900"/>
              <a:ext cx="508000" cy="508000"/>
            </a:xfrm>
            <a:prstGeom prst="rect">
              <a:avLst/>
            </a:prstGeom>
          </p:spPr>
        </p:pic>
        <p:sp>
          <p:nvSpPr>
            <p:cNvPr id="90" name="TextBox 89"/>
            <p:cNvSpPr txBox="1"/>
            <p:nvPr/>
          </p:nvSpPr>
          <p:spPr>
            <a:xfrm>
              <a:off x="11138958" y="43296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91" name="Connector 90"/>
            <p:cNvCxnSpPr/>
            <p:nvPr/>
          </p:nvCxnSpPr>
          <p:spPr>
            <a:xfrm>
              <a:off x="10731500" y="4025900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92" name="Oval 91"/>
            <p:cNvSpPr/>
            <p:nvPr/>
          </p:nvSpPr>
          <p:spPr>
            <a:xfrm>
              <a:off x="3164417" y="3687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3163094" y="3714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4" name="Oval 93"/>
            <p:cNvSpPr/>
            <p:nvPr/>
          </p:nvSpPr>
          <p:spPr>
            <a:xfrm>
              <a:off x="4053417" y="3687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4052094" y="3714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6" name="Oval 95"/>
            <p:cNvSpPr/>
            <p:nvPr/>
          </p:nvSpPr>
          <p:spPr>
            <a:xfrm>
              <a:off x="6519333" y="2777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6518010" y="2804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8" name="Oval 97"/>
            <p:cNvSpPr/>
            <p:nvPr/>
          </p:nvSpPr>
          <p:spPr>
            <a:xfrm>
              <a:off x="7620000" y="2777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7618677" y="2804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100" name="Oval 99"/>
            <p:cNvSpPr/>
            <p:nvPr/>
          </p:nvSpPr>
          <p:spPr>
            <a:xfrm>
              <a:off x="9260417" y="2777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9259094" y="2804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102" name="Oval 101"/>
            <p:cNvSpPr/>
            <p:nvPr/>
          </p:nvSpPr>
          <p:spPr>
            <a:xfrm>
              <a:off x="317500" y="6407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316177" y="6434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613833" y="6434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→ TGW</a:t>
              </a:r>
            </a:p>
          </p:txBody>
        </p:sp>
        <p:sp>
          <p:nvSpPr>
            <p:cNvPr id="105" name="Oval 104"/>
            <p:cNvSpPr/>
            <p:nvPr/>
          </p:nvSpPr>
          <p:spPr>
            <a:xfrm>
              <a:off x="1534583" y="6407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1533260" y="6434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830917" y="6434667"/>
              <a:ext cx="4111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Spoke RT 0.0.0.0/0 → 검사 VPC (appliance mode)</a:t>
              </a:r>
            </a:p>
          </p:txBody>
        </p:sp>
        <p:sp>
          <p:nvSpPr>
            <p:cNvPr id="108" name="Oval 107"/>
            <p:cNvSpPr/>
            <p:nvPr/>
          </p:nvSpPr>
          <p:spPr>
            <a:xfrm>
              <a:off x="5139267" y="6407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5137944" y="6434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5435600" y="6434667"/>
              <a:ext cx="3833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같은 AZ 방화벽에서 검사 (VPC 간은 TGW로 반환)</a:t>
              </a:r>
            </a:p>
          </p:txBody>
        </p:sp>
        <p:sp>
          <p:nvSpPr>
            <p:cNvPr id="111" name="Oval 110"/>
            <p:cNvSpPr/>
            <p:nvPr/>
          </p:nvSpPr>
          <p:spPr>
            <a:xfrm>
              <a:off x="8464550" y="6407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8463227" y="6434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8760883" y="6434667"/>
              <a:ext cx="2024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방화벽 → NAT (인터넷행)</a:t>
              </a:r>
            </a:p>
          </p:txBody>
        </p:sp>
        <p:sp>
          <p:nvSpPr>
            <p:cNvPr id="114" name="Oval 113"/>
            <p:cNvSpPr/>
            <p:nvPr/>
          </p:nvSpPr>
          <p:spPr>
            <a:xfrm>
              <a:off x="10399183" y="6407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10397860" y="6434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10695517" y="6434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NAT → IGW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2026-10-23T09:18:48Z</dcterms:created>
  <dcterms:modified xsi:type="dcterms:W3CDTF">2026-10-23T09:18:48Z</dcterms:modified>
  <cp:category/>
</cp:coreProperties>
</file>