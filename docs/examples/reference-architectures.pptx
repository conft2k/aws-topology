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37.png"/><Relationship Id="rId13" Type="http://schemas.openxmlformats.org/officeDocument/2006/relationships/image" Target="../media/image38.svg"/><Relationship Id="rId14" Type="http://schemas.openxmlformats.org/officeDocument/2006/relationships/image" Target="../media/image25.png"/><Relationship Id="rId15" Type="http://schemas.openxmlformats.org/officeDocument/2006/relationships/image" Target="../media/image26.svg"/><Relationship Id="rId16" Type="http://schemas.openxmlformats.org/officeDocument/2006/relationships/image" Target="../media/image29.png"/><Relationship Id="rId17" Type="http://schemas.openxmlformats.org/officeDocument/2006/relationships/image" Target="../media/image30.svg"/><Relationship Id="rId18" Type="http://schemas.openxmlformats.org/officeDocument/2006/relationships/image" Target="../media/image19.png"/><Relationship Id="rId19" Type="http://schemas.openxmlformats.org/officeDocument/2006/relationships/image" Target="../media/image2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Relationship Id="rId20" Type="http://schemas.openxmlformats.org/officeDocument/2006/relationships/image" Target="../media/image57.png"/><Relationship Id="rId21" Type="http://schemas.openxmlformats.org/officeDocument/2006/relationships/image" Target="../media/image58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59.png"/><Relationship Id="rId25" Type="http://schemas.openxmlformats.org/officeDocument/2006/relationships/image" Target="../media/image60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12089" y="977900"/>
            <a:ext cx="11335411" cy="5588000"/>
            <a:chOff x="412089" y="977900"/>
            <a:chExt cx="11335411" cy="55880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6833" y="384598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412089" y="440372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77900"/>
              <a:ext cx="10033000" cy="5588000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77900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159000" y="1059921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883833" y="1358900"/>
              <a:ext cx="9694333" cy="5122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83833" y="13589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22500" y="14086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65917" y="2650067"/>
              <a:ext cx="508000" cy="5080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2238375" y="32078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914260" y="3397250"/>
              <a:ext cx="1611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NLB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403417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430536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99385" y="3397250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03417" y="384598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074010" y="440372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53323" y="4593167"/>
              <a:ext cx="200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 · 상태 확인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03417" y="5317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481469" y="5874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78760" y="6064250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556000" y="1697567"/>
              <a:ext cx="6180667" cy="4677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556000" y="16975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3894667" y="1747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683000" y="1993900"/>
              <a:ext cx="5926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810000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683000" y="4660900"/>
              <a:ext cx="5926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810000" y="4710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810000" y="2269067"/>
              <a:ext cx="1693333" cy="1248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810000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148667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757333" y="2269067"/>
              <a:ext cx="3725333" cy="1248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757333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096000" y="2318808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810000" y="4936067"/>
              <a:ext cx="1693333" cy="1248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810000" y="4936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148667" y="4985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757333" y="4936067"/>
              <a:ext cx="3725333" cy="1248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757333" y="4936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096000" y="4985808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402667" y="2650067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022328" y="3207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402667" y="53170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022328" y="5874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87167" y="2353733"/>
              <a:ext cx="1968500" cy="37465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387167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725833" y="2413529"/>
              <a:ext cx="1840177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620000" y="2650067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647120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9366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620786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620000" y="5317067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647120" y="5874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93667" y="5317067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620786" y="5874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402667" y="384598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429786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302000" y="384598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302000" y="384598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329120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037167" y="4099983"/>
              <a:ext cx="2222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899583" y="388408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852333" y="4099983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4953000" y="4099983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736167" y="388408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:443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740833" y="2904067"/>
              <a:ext cx="1682750" cy="899583"/>
            </a:xfrm>
            <a:custGeom>
              <a:avLst/>
              <a:gdLst/>
              <a:ahLst/>
              <a:cxnLst/>
              <a:rect l="l" t="t" r="r" b="b"/>
              <a:pathLst>
                <a:path w="1682750" h="899583">
                  <a:moveTo>
                    <a:pt x="0" y="899583"/>
                  </a:moveTo>
                  <a:lnTo>
                    <a:pt x="0" y="0"/>
                  </a:lnTo>
                  <a:lnTo>
                    <a:pt x="168275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36625" y="2698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4953000" y="2904067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111875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4953000" y="5571067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111875" y="5365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826948" y="5175250"/>
              <a:ext cx="1785937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723760" y="5344583"/>
              <a:ext cx="1992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두 AZ의 퍼블릭 서브넷에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013479" y="5513917"/>
              <a:ext cx="14128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걸친 단일 관리형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215885" y="5683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로드 밸런서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687255" y="935567"/>
            <a:ext cx="10785079" cy="5651500"/>
            <a:chOff x="687255" y="935567"/>
            <a:chExt cx="10785079" cy="56515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2000" y="4131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687255" y="4668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80167" y="935567"/>
              <a:ext cx="9292167" cy="5651500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80167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6246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46500" y="104775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49500" y="1337733"/>
              <a:ext cx="8953500" cy="5185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349500" y="1337733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2688167" y="1387475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3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37000" y="1380067"/>
              <a:ext cx="508000" cy="508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709458" y="1916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85344" y="2084917"/>
              <a:ext cx="1611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ALB (alias)</a:t>
              </a:r>
            </a:p>
          </p:txBody>
        </p:sp>
        <p:pic>
          <p:nvPicPr>
            <p:cNvPr id="16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524500" y="1380067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5551620" y="191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933156" y="2084917"/>
              <a:ext cx="1690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HTTPS 리스너 인증서</a:t>
              </a:r>
            </a:p>
          </p:txBody>
        </p:sp>
        <p:pic>
          <p:nvPicPr>
            <p:cNvPr id="19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12000" y="1380067"/>
              <a:ext cx="508000" cy="508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6935391" y="1916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61125" y="2084917"/>
              <a:ext cx="1809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ALB에 연결한 Web ACL</a:t>
              </a:r>
            </a:p>
          </p:txBody>
        </p:sp>
        <p:pic>
          <p:nvPicPr>
            <p:cNvPr id="22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699500" y="1380067"/>
              <a:ext cx="508000" cy="508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8370094" y="191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441531" y="2084917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5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287000" y="1380067"/>
              <a:ext cx="508000" cy="508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10365052" y="19166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862344" y="2084917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 액세스 로그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751667" y="2311400"/>
              <a:ext cx="8382000" cy="4148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51667" y="2311400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3090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21000" y="2586567"/>
              <a:ext cx="8043333" cy="1481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048000" y="2636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21000" y="4893733"/>
              <a:ext cx="8043333" cy="1481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48000" y="49434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69167" y="2861733"/>
              <a:ext cx="1587500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069167" y="2861733"/>
              <a:ext cx="254000" cy="254000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3407833" y="2911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868333" y="2861733"/>
              <a:ext cx="349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868333" y="2861733"/>
              <a:ext cx="254000" cy="25400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207000" y="2911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572500" y="2861733"/>
              <a:ext cx="222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72500" y="2861733"/>
              <a:ext cx="254000" cy="254000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8911167" y="2911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069167" y="5168900"/>
              <a:ext cx="1587500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069167" y="5168900"/>
              <a:ext cx="254000" cy="254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3407833" y="5218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68333" y="5168900"/>
              <a:ext cx="349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868333" y="5168900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207000" y="5218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572500" y="5168900"/>
              <a:ext cx="222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72500" y="5168900"/>
              <a:ext cx="254000" cy="254000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911167" y="5218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3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608917" y="3200400"/>
              <a:ext cx="508000" cy="508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3228578" y="3736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5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608917" y="5507567"/>
              <a:ext cx="508000" cy="508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228578" y="6044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01833" y="2904067"/>
              <a:ext cx="1947333" cy="3323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01833" y="2904067"/>
              <a:ext cx="254000" cy="254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540500" y="2963862"/>
              <a:ext cx="1840177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477000" y="3200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504120" y="3736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429500" y="3200400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7456620" y="3736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4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477000" y="5507567"/>
              <a:ext cx="508000" cy="508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504120" y="6044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6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429500" y="5507567"/>
              <a:ext cx="508000" cy="50800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7456620" y="6044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8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652000" y="3200400"/>
              <a:ext cx="508000" cy="508000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9271661" y="3736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70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652000" y="5507567"/>
              <a:ext cx="508000" cy="508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9271661" y="6044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2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608917" y="4131733"/>
              <a:ext cx="508000" cy="508000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3636036" y="4668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497667" y="4131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5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497667" y="4131733"/>
              <a:ext cx="508000" cy="5080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2524786" y="4668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1312333" y="4385733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1235604" y="4169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048000" y="4385733"/>
              <a:ext cx="51858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4159250" y="4385733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4751917" y="4169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191500" y="3454400"/>
              <a:ext cx="14181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8706115" y="323850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4" name="Freeform 83"/>
            <p:cNvSpPr/>
            <p:nvPr/>
          </p:nvSpPr>
          <p:spPr>
            <a:xfrm>
              <a:off x="1016000" y="1655233"/>
              <a:ext cx="2878667" cy="2434167"/>
            </a:xfrm>
            <a:custGeom>
              <a:avLst/>
              <a:gdLst/>
              <a:ahLst/>
              <a:cxnLst/>
              <a:rect l="l" t="t" r="r" b="b"/>
              <a:pathLst>
                <a:path w="2878667" h="2434167">
                  <a:moveTo>
                    <a:pt x="0" y="2434167"/>
                  </a:moveTo>
                  <a:lnTo>
                    <a:pt x="0" y="0"/>
                  </a:lnTo>
                  <a:lnTo>
                    <a:pt x="2878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053292" y="17250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 flipH="1">
              <a:off x="4159250" y="3454400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4979458" y="323850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 flipH="1">
              <a:off x="4159250" y="5761567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4979458" y="554566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90" name="Connector 89"/>
            <p:cNvCxnSpPr/>
            <p:nvPr/>
          </p:nvCxnSpPr>
          <p:spPr>
            <a:xfrm>
              <a:off x="9906000" y="3962400"/>
              <a:ext cx="0" cy="1502833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91" name="TextBox 90"/>
            <p:cNvSpPr txBox="1"/>
            <p:nvPr/>
          </p:nvSpPr>
          <p:spPr>
            <a:xfrm>
              <a:off x="10011833" y="4624917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06255" y="956733"/>
            <a:ext cx="11547078" cy="5630333"/>
            <a:chOff x="306255" y="956733"/>
            <a:chExt cx="11547078" cy="56303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384598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06255" y="440372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56733"/>
              <a:ext cx="10075333" cy="5630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89667" y="1358900"/>
              <a:ext cx="9736667" cy="5122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89667" y="13589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28333" y="14086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320521" y="1428750"/>
              <a:ext cx="82788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→ GWLB  ③ 방화벽 검사 후 같은 경로로 반환  ④ GWLBe → EC2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624667" y="1655233"/>
              <a:ext cx="5101167" cy="47201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24667" y="1655233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2963333" y="1704975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36333" y="1951567"/>
              <a:ext cx="4677833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633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36333" y="4682067"/>
              <a:ext cx="4677833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63333" y="4731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63333" y="2226733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3333" y="2226733"/>
              <a:ext cx="254000" cy="254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302000" y="22764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99667" y="2226733"/>
              <a:ext cx="1587500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9667" y="2226733"/>
              <a:ext cx="254000" cy="254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138333" y="227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963333" y="4957233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3333" y="4957233"/>
              <a:ext cx="254000" cy="254000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302000" y="50069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799667" y="4957233"/>
              <a:ext cx="1587500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9667" y="4957233"/>
              <a:ext cx="254000" cy="2540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138333" y="500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2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26000" y="2565400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751255" y="3123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4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26000" y="5295900"/>
              <a:ext cx="508000" cy="508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4751255" y="58536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6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39417" y="2565400"/>
              <a:ext cx="508000" cy="508000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366536" y="312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8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39417" y="5295900"/>
              <a:ext cx="508000" cy="508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366536" y="5853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370667" y="384598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Amazon-VPC_Internet-Gateway" descr="Amazon VPC_Interne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370667" y="3845983"/>
              <a:ext cx="508000" cy="508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2397786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064500" y="1655233"/>
              <a:ext cx="3534833" cy="47201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64500" y="16552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403167" y="17049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8276167" y="1951567"/>
              <a:ext cx="3111500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403167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276167" y="4682067"/>
              <a:ext cx="3111500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403167" y="4731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403167" y="2226733"/>
              <a:ext cx="285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403167" y="2226733"/>
              <a:ext cx="254000" cy="254000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741833" y="2276475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403167" y="4957233"/>
              <a:ext cx="285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4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403167" y="4957233"/>
              <a:ext cx="254000" cy="254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8741833" y="5006975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0287000" y="2269067"/>
              <a:ext cx="846667" cy="3831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287000" y="22690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10625667" y="2328862"/>
              <a:ext cx="421349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56333" y="2565400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10358438" y="3123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56333" y="5295900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10358438" y="58536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3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080500" y="384598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9056688" y="4403725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5" name="Freeform 64"/>
            <p:cNvSpPr/>
            <p:nvPr/>
          </p:nvSpPr>
          <p:spPr>
            <a:xfrm>
              <a:off x="2921000" y="2819400"/>
              <a:ext cx="1862667" cy="1280583"/>
            </a:xfrm>
            <a:custGeom>
              <a:avLst/>
              <a:gdLst/>
              <a:ahLst/>
              <a:cxnLst/>
              <a:rect l="l" t="t" r="r" b="b"/>
              <a:pathLst>
                <a:path w="1862667" h="1280583">
                  <a:moveTo>
                    <a:pt x="0" y="1280583"/>
                  </a:moveTo>
                  <a:lnTo>
                    <a:pt x="1651000" y="1280583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Freeform 65"/>
            <p:cNvSpPr/>
            <p:nvPr/>
          </p:nvSpPr>
          <p:spPr>
            <a:xfrm>
              <a:off x="2921000" y="4099983"/>
              <a:ext cx="1862667" cy="1449917"/>
            </a:xfrm>
            <a:custGeom>
              <a:avLst/>
              <a:gdLst/>
              <a:ahLst/>
              <a:cxnLst/>
              <a:rect l="l" t="t" r="r" b="b"/>
              <a:pathLst>
                <a:path w="1862667" h="1449917">
                  <a:moveTo>
                    <a:pt x="0" y="0"/>
                  </a:moveTo>
                  <a:lnTo>
                    <a:pt x="1651000" y="0"/>
                  </a:lnTo>
                  <a:lnTo>
                    <a:pt x="1651000" y="1449917"/>
                  </a:lnTo>
                  <a:lnTo>
                    <a:pt x="1862667" y="144991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5376333" y="2819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5376333" y="55499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9" name="Freeform 68"/>
            <p:cNvSpPr/>
            <p:nvPr/>
          </p:nvSpPr>
          <p:spPr>
            <a:xfrm>
              <a:off x="5080000" y="3348567"/>
              <a:ext cx="3958167" cy="751416"/>
            </a:xfrm>
            <a:custGeom>
              <a:avLst/>
              <a:gdLst/>
              <a:ahLst/>
              <a:cxnLst/>
              <a:rect l="l" t="t" r="r" b="b"/>
              <a:pathLst>
                <a:path w="3958167" h="751416">
                  <a:moveTo>
                    <a:pt x="3958167" y="751416"/>
                  </a:moveTo>
                  <a:lnTo>
                    <a:pt x="0" y="751416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Freeform 69"/>
            <p:cNvSpPr/>
            <p:nvPr/>
          </p:nvSpPr>
          <p:spPr>
            <a:xfrm>
              <a:off x="5080000" y="4099983"/>
              <a:ext cx="3958167" cy="1153584"/>
            </a:xfrm>
            <a:custGeom>
              <a:avLst/>
              <a:gdLst/>
              <a:ahLst/>
              <a:cxnLst/>
              <a:rect l="l" t="t" r="r" b="b"/>
              <a:pathLst>
                <a:path w="3958167" h="1153584">
                  <a:moveTo>
                    <a:pt x="3958167" y="0"/>
                  </a:moveTo>
                  <a:lnTo>
                    <a:pt x="0" y="0"/>
                  </a:lnTo>
                  <a:lnTo>
                    <a:pt x="0" y="115358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5847292" y="389466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9630833" y="4099983"/>
              <a:ext cx="6138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3" name="Oval 72"/>
            <p:cNvSpPr/>
            <p:nvPr/>
          </p:nvSpPr>
          <p:spPr>
            <a:xfrm>
              <a:off x="3640667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639344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5" name="Oval 74"/>
            <p:cNvSpPr/>
            <p:nvPr/>
          </p:nvSpPr>
          <p:spPr>
            <a:xfrm>
              <a:off x="8445500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444177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7" name="Oval 76"/>
            <p:cNvSpPr/>
            <p:nvPr/>
          </p:nvSpPr>
          <p:spPr>
            <a:xfrm>
              <a:off x="9831917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830594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9" name="Oval 78"/>
            <p:cNvSpPr/>
            <p:nvPr/>
          </p:nvSpPr>
          <p:spPr>
            <a:xfrm>
              <a:off x="55668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5655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1" name="Oval 80"/>
            <p:cNvSpPr/>
            <p:nvPr/>
          </p:nvSpPr>
          <p:spPr>
            <a:xfrm>
              <a:off x="5566833" y="5274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565510" y="5302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931333" y="4099983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854604" y="388408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8444" y="1107966"/>
            <a:ext cx="11375112" cy="5327869"/>
            <a:chOff x="408444" y="1107966"/>
            <a:chExt cx="11375112" cy="5327869"/>
          </a:xfrm>
        </p:grpSpPr>
        <p:sp>
          <p:nvSpPr>
            <p:cNvPr id="4" name="Rectangle 3"/>
            <p:cNvSpPr/>
            <p:nvPr/>
          </p:nvSpPr>
          <p:spPr>
            <a:xfrm>
              <a:off x="408444" y="3131207"/>
              <a:ext cx="1933320" cy="1281386"/>
            </a:xfrm>
            <a:prstGeom prst="rect">
              <a:avLst/>
            </a:prstGeom>
            <a:noFill/>
            <a:ln w="22480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444" y="3131207"/>
              <a:ext cx="269766" cy="26976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8131" y="3184036"/>
              <a:ext cx="1347423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5338" y="3513375"/>
              <a:ext cx="539531" cy="53953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30924" y="4105735"/>
              <a:ext cx="1888359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723931" y="3513375"/>
              <a:ext cx="539531" cy="539531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482266" y="4105735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1689830" y="3783140"/>
              <a:ext cx="989140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308423" y="3783140"/>
              <a:ext cx="562011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290158" y="3553840"/>
              <a:ext cx="598542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4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15395" y="3513375"/>
              <a:ext cx="539531" cy="539531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240982" y="4105735"/>
              <a:ext cx="1888359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499887" y="3783140"/>
              <a:ext cx="1933320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39418" y="1107966"/>
              <a:ext cx="6744138" cy="5327869"/>
            </a:xfrm>
            <a:prstGeom prst="rect">
              <a:avLst/>
            </a:prstGeom>
            <a:noFill/>
            <a:ln w="2248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39418" y="1107966"/>
              <a:ext cx="359687" cy="359687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511508" y="1195077"/>
              <a:ext cx="1211837" cy="2191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327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64223" y="1557575"/>
              <a:ext cx="3147264" cy="4406170"/>
            </a:xfrm>
            <a:prstGeom prst="rect">
              <a:avLst/>
            </a:prstGeom>
            <a:noFill/>
            <a:ln w="22480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64223" y="1557575"/>
              <a:ext cx="269766" cy="26976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5623910" y="1610404"/>
              <a:ext cx="242929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3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478168" y="3513375"/>
              <a:ext cx="539531" cy="539531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857848" y="4105735"/>
              <a:ext cx="178017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2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03754" y="2007184"/>
              <a:ext cx="539531" cy="539531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453902" y="2599544"/>
              <a:ext cx="123923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Shared VPC</a:t>
              </a:r>
            </a:p>
          </p:txBody>
        </p:sp>
        <p:pic>
          <p:nvPicPr>
            <p:cNvPr id="2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52582" y="2007184"/>
              <a:ext cx="539531" cy="539531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910917" y="2599544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03754" y="5019566"/>
              <a:ext cx="539531" cy="539531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5616183" y="5611926"/>
              <a:ext cx="914674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31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52582" y="5019566"/>
              <a:ext cx="539531" cy="539531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910917" y="5611926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6073520" y="2838961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562011" y="629453"/>
                  </a:moveTo>
                  <a:lnTo>
                    <a:pt x="562011" y="314726"/>
                  </a:lnTo>
                  <a:lnTo>
                    <a:pt x="0" y="314726"/>
                  </a:lnTo>
                  <a:lnTo>
                    <a:pt x="0" y="0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860336" y="2838961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0" y="629453"/>
                  </a:moveTo>
                  <a:lnTo>
                    <a:pt x="0" y="314726"/>
                  </a:lnTo>
                  <a:lnTo>
                    <a:pt x="562011" y="314726"/>
                  </a:lnTo>
                  <a:lnTo>
                    <a:pt x="562011" y="0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6073520" y="4345152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562011" y="0"/>
                  </a:moveTo>
                  <a:lnTo>
                    <a:pt x="562011" y="314726"/>
                  </a:lnTo>
                  <a:lnTo>
                    <a:pt x="0" y="314726"/>
                  </a:lnTo>
                  <a:lnTo>
                    <a:pt x="0" y="629453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860336" y="4345152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0" y="0"/>
                  </a:moveTo>
                  <a:lnTo>
                    <a:pt x="0" y="314726"/>
                  </a:lnTo>
                  <a:lnTo>
                    <a:pt x="562011" y="314726"/>
                  </a:lnTo>
                  <a:lnTo>
                    <a:pt x="562011" y="629453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861097" y="1557575"/>
              <a:ext cx="2697655" cy="4406170"/>
            </a:xfrm>
            <a:prstGeom prst="rect">
              <a:avLst/>
            </a:prstGeom>
            <a:noFill/>
            <a:ln w="22480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861097" y="1557575"/>
              <a:ext cx="269766" cy="269766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9220784" y="1610404"/>
              <a:ext cx="242929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0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940159" y="3513375"/>
              <a:ext cx="539531" cy="539531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9319838" y="4105735"/>
              <a:ext cx="178017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4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940159" y="2007184"/>
              <a:ext cx="539531" cy="539531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9806681" y="2599544"/>
              <a:ext cx="806486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pic>
          <p:nvPicPr>
            <p:cNvPr id="44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940159" y="5019566"/>
              <a:ext cx="539531" cy="539531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9428026" y="5611926"/>
              <a:ext cx="1563797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 flipV="1">
              <a:off x="10209924" y="2838961"/>
              <a:ext cx="0" cy="629453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7" name="Connector 46"/>
            <p:cNvCxnSpPr/>
            <p:nvPr/>
          </p:nvCxnSpPr>
          <p:spPr>
            <a:xfrm>
              <a:off x="10209924" y="4345152"/>
              <a:ext cx="0" cy="629453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8" name="Connector 47"/>
            <p:cNvCxnSpPr/>
            <p:nvPr/>
          </p:nvCxnSpPr>
          <p:spPr>
            <a:xfrm>
              <a:off x="7062660" y="3783140"/>
              <a:ext cx="2832538" cy="0"/>
            </a:xfrm>
            <a:prstGeom prst="line">
              <a:avLst/>
            </a:prstGeom>
            <a:ln w="28101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49" name="TextBox 48"/>
            <p:cNvSpPr txBox="1"/>
            <p:nvPr/>
          </p:nvSpPr>
          <p:spPr>
            <a:xfrm>
              <a:off x="7137126" y="3553840"/>
              <a:ext cx="1154934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854716" y="3857326"/>
              <a:ext cx="1719755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리전 간 · AWS 백본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74216" y="6105372"/>
              <a:ext cx="8084535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6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VPC는 리전의 TGW에 attachment로 연결 · 리전 간에는 TGW peering (정적 라우팅)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-715791" y="999381"/>
            <a:ext cx="12691443" cy="5545037"/>
            <a:chOff x="-715791" y="999381"/>
            <a:chExt cx="12691443" cy="5545037"/>
          </a:xfrm>
        </p:grpSpPr>
        <p:sp>
          <p:nvSpPr>
            <p:cNvPr id="4" name="Rectangle 3"/>
            <p:cNvSpPr/>
            <p:nvPr/>
          </p:nvSpPr>
          <p:spPr>
            <a:xfrm>
              <a:off x="359755" y="999381"/>
              <a:ext cx="10580186" cy="5545037"/>
            </a:xfrm>
            <a:prstGeom prst="rect">
              <a:avLst/>
            </a:prstGeom>
            <a:noFill/>
            <a:ln w="2124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9755" y="999381"/>
              <a:ext cx="339926" cy="33992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05907" y="1081707"/>
              <a:ext cx="1145257" cy="20714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72208" y="1381798"/>
              <a:ext cx="10155279" cy="5035149"/>
            </a:xfrm>
            <a:prstGeom prst="rect">
              <a:avLst/>
            </a:prstGeom>
            <a:noFill/>
            <a:ln w="21245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2208" y="1381798"/>
              <a:ext cx="254944" cy="254944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12134" y="1431724"/>
              <a:ext cx="229582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42171" y="1912932"/>
              <a:ext cx="2124535" cy="1487175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2171" y="1912932"/>
              <a:ext cx="254944" cy="254944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82097" y="1962858"/>
              <a:ext cx="188685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69643" y="2210367"/>
              <a:ext cx="1869591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69643" y="2210367"/>
              <a:ext cx="254944" cy="254944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09569" y="2260293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49494" y="2507801"/>
              <a:ext cx="509888" cy="509888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76715" y="3067617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2171" y="4526110"/>
              <a:ext cx="2124535" cy="1487175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2171" y="4526110"/>
              <a:ext cx="254944" cy="254944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082097" y="4576037"/>
              <a:ext cx="188685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69643" y="4823545"/>
              <a:ext cx="1869591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69643" y="4823545"/>
              <a:ext cx="254944" cy="254944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09569" y="4873472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49494" y="5120980"/>
              <a:ext cx="509888" cy="509888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76715" y="5680795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525312" y="3740032"/>
              <a:ext cx="509888" cy="509888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52533" y="4299847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525312" y="2507801"/>
              <a:ext cx="509888" cy="509888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43560" y="3067617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118995" y="3257762"/>
              <a:ext cx="132252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525312" y="5120980"/>
              <a:ext cx="509888" cy="509888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96925" y="5680795"/>
              <a:ext cx="96666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18995" y="5870941"/>
              <a:ext cx="132252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09197" y="2762746"/>
              <a:ext cx="573625" cy="1147249"/>
            </a:xfrm>
            <a:custGeom>
              <a:avLst/>
              <a:gdLst/>
              <a:ahLst/>
              <a:cxnLst/>
              <a:rect l="l" t="t" r="r" b="b"/>
              <a:pathLst>
                <a:path w="573625" h="1147249">
                  <a:moveTo>
                    <a:pt x="0" y="0"/>
                  </a:moveTo>
                  <a:lnTo>
                    <a:pt x="254944" y="0"/>
                  </a:lnTo>
                  <a:lnTo>
                    <a:pt x="254944" y="1147249"/>
                  </a:lnTo>
                  <a:lnTo>
                    <a:pt x="573625" y="1147249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09197" y="4079958"/>
              <a:ext cx="573625" cy="1295966"/>
            </a:xfrm>
            <a:custGeom>
              <a:avLst/>
              <a:gdLst/>
              <a:ahLst/>
              <a:cxnLst/>
              <a:rect l="l" t="t" r="r" b="b"/>
              <a:pathLst>
                <a:path w="573625" h="1295966">
                  <a:moveTo>
                    <a:pt x="0" y="1295966"/>
                  </a:moveTo>
                  <a:lnTo>
                    <a:pt x="254944" y="1295966"/>
                  </a:lnTo>
                  <a:lnTo>
                    <a:pt x="254944" y="0"/>
                  </a:lnTo>
                  <a:lnTo>
                    <a:pt x="573625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66335" y="1679233"/>
              <a:ext cx="5736245" cy="4440279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66335" y="1679233"/>
              <a:ext cx="254944" cy="25494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06260" y="1729159"/>
              <a:ext cx="301152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36297" y="1976668"/>
              <a:ext cx="5396320" cy="1423439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3770" y="2005349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36297" y="4589846"/>
              <a:ext cx="5396320" cy="1423439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3770" y="4618527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3770" y="2210367"/>
              <a:ext cx="1444684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3770" y="2210367"/>
              <a:ext cx="254944" cy="254944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3695" y="2260293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78416" y="2210367"/>
              <a:ext cx="1742119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78416" y="2210367"/>
              <a:ext cx="254944" cy="254944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818342" y="2260293"/>
              <a:ext cx="168236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90498" y="2210367"/>
              <a:ext cx="1572156" cy="1104758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390498" y="2210367"/>
              <a:ext cx="254944" cy="254944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30424" y="2260293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3770" y="4823545"/>
              <a:ext cx="1444684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3770" y="4823545"/>
              <a:ext cx="254944" cy="254944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3695" y="4873472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78416" y="4823545"/>
              <a:ext cx="1742119" cy="1104758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78416" y="4823545"/>
              <a:ext cx="254944" cy="254944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818342" y="4873472"/>
              <a:ext cx="168236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90498" y="4823545"/>
              <a:ext cx="1572156" cy="1104758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390498" y="4823545"/>
              <a:ext cx="254944" cy="254944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730424" y="4873472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1167" y="2507801"/>
              <a:ext cx="509888" cy="509888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3901" y="3067617"/>
              <a:ext cx="86442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94532" y="2507801"/>
              <a:ext cx="509888" cy="509888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406049" y="3067617"/>
              <a:ext cx="188685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921632" y="2507801"/>
              <a:ext cx="509888" cy="509888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539880" y="3067617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1167" y="5120980"/>
              <a:ext cx="509888" cy="509888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3901" y="5680795"/>
              <a:ext cx="86442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94532" y="5120980"/>
              <a:ext cx="509888" cy="509888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406049" y="5680795"/>
              <a:ext cx="188685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921632" y="5120980"/>
              <a:ext cx="509888" cy="509888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539880" y="5680795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094532" y="3740032"/>
              <a:ext cx="509888" cy="509888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252684" y="4299847"/>
              <a:ext cx="219358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047636" y="3740032"/>
              <a:ext cx="509888" cy="7435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047636" y="3740032"/>
              <a:ext cx="509888" cy="509888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074856" y="4299847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77691" y="2762746"/>
              <a:ext cx="1210986" cy="1147249"/>
            </a:xfrm>
            <a:custGeom>
              <a:avLst/>
              <a:gdLst/>
              <a:ahLst/>
              <a:cxnLst/>
              <a:rect l="l" t="t" r="r" b="b"/>
              <a:pathLst>
                <a:path w="1210986" h="1147249">
                  <a:moveTo>
                    <a:pt x="0" y="1147249"/>
                  </a:moveTo>
                  <a:lnTo>
                    <a:pt x="318681" y="1147249"/>
                  </a:lnTo>
                  <a:lnTo>
                    <a:pt x="318681" y="0"/>
                  </a:lnTo>
                  <a:lnTo>
                    <a:pt x="1210986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77691" y="4079958"/>
              <a:ext cx="1210986" cy="1295966"/>
            </a:xfrm>
            <a:custGeom>
              <a:avLst/>
              <a:gdLst/>
              <a:ahLst/>
              <a:cxnLst/>
              <a:rect l="l" t="t" r="r" b="b"/>
              <a:pathLst>
                <a:path w="1210986" h="1295966">
                  <a:moveTo>
                    <a:pt x="0" y="0"/>
                  </a:moveTo>
                  <a:lnTo>
                    <a:pt x="318681" y="0"/>
                  </a:lnTo>
                  <a:lnTo>
                    <a:pt x="318681" y="1295966"/>
                  </a:lnTo>
                  <a:lnTo>
                    <a:pt x="1210986" y="1295966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3546" y="2762746"/>
              <a:ext cx="1168495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3546" y="5375924"/>
              <a:ext cx="1168495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646911" y="2762746"/>
              <a:ext cx="1232230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646911" y="5375924"/>
              <a:ext cx="1232230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474011" y="2762746"/>
              <a:ext cx="531134" cy="1232230"/>
            </a:xfrm>
            <a:custGeom>
              <a:avLst/>
              <a:gdLst/>
              <a:ahLst/>
              <a:cxnLst/>
              <a:rect l="l" t="t" r="r" b="b"/>
              <a:pathLst>
                <a:path w="531134" h="1232230">
                  <a:moveTo>
                    <a:pt x="0" y="0"/>
                  </a:moveTo>
                  <a:lnTo>
                    <a:pt x="403662" y="0"/>
                  </a:lnTo>
                  <a:lnTo>
                    <a:pt x="403662" y="1232230"/>
                  </a:lnTo>
                  <a:lnTo>
                    <a:pt x="531134" y="123223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474011" y="3994976"/>
              <a:ext cx="403662" cy="1380948"/>
            </a:xfrm>
            <a:custGeom>
              <a:avLst/>
              <a:gdLst/>
              <a:ahLst/>
              <a:cxnLst/>
              <a:rect l="l" t="t" r="r" b="b"/>
              <a:pathLst>
                <a:path w="403662" h="1380948">
                  <a:moveTo>
                    <a:pt x="0" y="1380948"/>
                  </a:moveTo>
                  <a:lnTo>
                    <a:pt x="403662" y="1380948"/>
                  </a:lnTo>
                  <a:lnTo>
                    <a:pt x="403662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237375" y="3740032"/>
              <a:ext cx="509888" cy="509888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08988" y="4299847"/>
              <a:ext cx="96666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00015" y="3994976"/>
              <a:ext cx="594870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49123" y="3463842"/>
              <a:ext cx="212454" cy="212454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47795" y="3491461"/>
              <a:ext cx="21510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20182" y="3463842"/>
              <a:ext cx="212454" cy="212454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8854" y="3491461"/>
              <a:ext cx="21510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7731892" y="3463842"/>
              <a:ext cx="212454" cy="212454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730564" y="3491461"/>
              <a:ext cx="21510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9474011" y="3463842"/>
              <a:ext cx="212454" cy="212454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472683" y="3491461"/>
              <a:ext cx="21510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-715791" y="6189621"/>
              <a:ext cx="11273316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Spoke RT 0/0 → 검사 VPC  ② 검사 VPC attachment (appliance mode)  ③ 엔드포인트에서 검사 · VPC 간은 TGW로 반환  ④ 인터넷: NAT → IGW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2026-10-23T01:23:28Z</dcterms:created>
  <dcterms:modified xsi:type="dcterms:W3CDTF">2026-10-23T01:23:28Z</dcterms:modified>
  <cp:category/>
</cp:coreProperties>
</file>