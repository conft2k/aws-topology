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Relationship Id="rId20" Type="http://schemas.openxmlformats.org/officeDocument/2006/relationships/image" Target="../media/image55.png"/><Relationship Id="rId21" Type="http://schemas.openxmlformats.org/officeDocument/2006/relationships/image" Target="../media/image5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30884" y="956891"/>
            <a:ext cx="10697700" cy="5587528"/>
            <a:chOff x="730884" y="956891"/>
            <a:chExt cx="10697700" cy="5587528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907" y="3846259"/>
              <a:ext cx="509888" cy="5098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30884" y="4406074"/>
              <a:ext cx="65993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23119" y="956891"/>
              <a:ext cx="9305465" cy="5587528"/>
            </a:xfrm>
            <a:prstGeom prst="rect">
              <a:avLst/>
            </a:prstGeom>
            <a:noFill/>
            <a:ln w="2124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23119" y="956891"/>
              <a:ext cx="339926" cy="33992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69271" y="1039216"/>
              <a:ext cx="1145257" cy="20714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41799" y="2847727"/>
              <a:ext cx="509888" cy="509888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13412" y="3407542"/>
              <a:ext cx="96666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15152" y="3597688"/>
              <a:ext cx="116318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12859" y="1318062"/>
              <a:ext cx="7945762" cy="5141375"/>
            </a:xfrm>
            <a:prstGeom prst="rect">
              <a:avLst/>
            </a:prstGeom>
            <a:noFill/>
            <a:ln w="21245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12859" y="1318062"/>
              <a:ext cx="254944" cy="25494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52784" y="1367988"/>
              <a:ext cx="76217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75108" y="2847727"/>
              <a:ext cx="509888" cy="5098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202328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69203" y="3597688"/>
              <a:ext cx="152169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75108" y="3846259"/>
              <a:ext cx="509888" cy="5098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44477" y="440607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6180" y="4596220"/>
              <a:ext cx="1027744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75108" y="5290943"/>
              <a:ext cx="509888" cy="5098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53450" y="5850758"/>
              <a:ext cx="35320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48873" y="6040904"/>
              <a:ext cx="136235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52784" y="1636742"/>
              <a:ext cx="5948699" cy="4737714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52784" y="1636742"/>
              <a:ext cx="254944" cy="25494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3992710" y="1686669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92710" y="1876814"/>
              <a:ext cx="1091480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80257" y="2146630"/>
              <a:ext cx="5693755" cy="1614647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907729" y="2196557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780257" y="4674828"/>
              <a:ext cx="5693755" cy="1614647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907729" y="4724754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907729" y="2465311"/>
              <a:ext cx="1699628" cy="1210985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2465311"/>
              <a:ext cx="254944" cy="254944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247654" y="2515237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862301" y="2465311"/>
              <a:ext cx="3484238" cy="1210985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2465311"/>
              <a:ext cx="254944" cy="254944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202227" y="2515237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907729" y="4993508"/>
              <a:ext cx="1699628" cy="1210985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4993508"/>
              <a:ext cx="254944" cy="254944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4247654" y="5043434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862301" y="4993508"/>
              <a:ext cx="3484238" cy="1210985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4993508"/>
              <a:ext cx="254944" cy="254944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6202227" y="504343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4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2847727"/>
              <a:ext cx="509888" cy="509888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4120846" y="3407542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6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5290943"/>
              <a:ext cx="509888" cy="509888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4120846" y="5850758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179513" y="2550292"/>
              <a:ext cx="2039554" cy="3569219"/>
            </a:xfrm>
            <a:prstGeom prst="rect">
              <a:avLst/>
            </a:prstGeom>
            <a:noFill/>
            <a:ln w="15934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9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9513" y="2550292"/>
              <a:ext cx="254944" cy="254944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7519439" y="2600219"/>
              <a:ext cx="198909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1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2847727"/>
              <a:ext cx="509888" cy="509888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7546659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3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2847727"/>
              <a:ext cx="509888" cy="509888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523946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5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5290943"/>
              <a:ext cx="509888" cy="509888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7546659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7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5290943"/>
              <a:ext cx="509888" cy="509888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8523946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9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2599" y="3846259"/>
              <a:ext cx="509888" cy="509888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4529819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3397840" y="3846259"/>
              <a:ext cx="509888" cy="7435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2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397840" y="3846259"/>
              <a:ext cx="509888" cy="509888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3425061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1358286" y="4101203"/>
              <a:ext cx="1997063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1305173" y="3884500"/>
              <a:ext cx="82856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3950219" y="4101203"/>
              <a:ext cx="509889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054978" y="4101203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TextBox 67"/>
            <p:cNvSpPr txBox="1"/>
            <p:nvPr/>
          </p:nvSpPr>
          <p:spPr>
            <a:xfrm>
              <a:off x="5637897" y="3884500"/>
              <a:ext cx="916206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9" name="Freeform 68"/>
            <p:cNvSpPr/>
            <p:nvPr/>
          </p:nvSpPr>
          <p:spPr>
            <a:xfrm>
              <a:off x="1060851" y="3102671"/>
              <a:ext cx="1338458" cy="701097"/>
            </a:xfrm>
            <a:custGeom>
              <a:avLst/>
              <a:gdLst/>
              <a:ahLst/>
              <a:cxnLst/>
              <a:rect l="l" t="t" r="r" b="b"/>
              <a:pathLst>
                <a:path w="1338458" h="701097">
                  <a:moveTo>
                    <a:pt x="0" y="701097"/>
                  </a:moveTo>
                  <a:lnTo>
                    <a:pt x="0" y="0"/>
                  </a:lnTo>
                  <a:lnTo>
                    <a:pt x="1338458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321107" y="2896591"/>
              <a:ext cx="796701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 flipH="1">
              <a:off x="5054978" y="3102671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6037575" y="2896591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 flipH="1">
              <a:off x="5054978" y="5545887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4" name="TextBox 73"/>
            <p:cNvSpPr txBox="1"/>
            <p:nvPr/>
          </p:nvSpPr>
          <p:spPr>
            <a:xfrm>
              <a:off x="6037575" y="5339807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3257" y="965292"/>
            <a:ext cx="11599103" cy="5549671"/>
            <a:chOff x="323257" y="965292"/>
            <a:chExt cx="11599103" cy="5549671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824855"/>
              <a:ext cx="508367" cy="508367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3257" y="4382999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4882" y="965292"/>
              <a:ext cx="10146154" cy="5549671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4882" y="965292"/>
              <a:ext cx="338911" cy="33891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19703" y="1047372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8475" y="1388931"/>
              <a:ext cx="508367" cy="508367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0769" y="1947075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692802" y="2136654"/>
              <a:ext cx="1159712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0434" y="1325385"/>
              <a:ext cx="9065874" cy="5104850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0434" y="1325385"/>
              <a:ext cx="254183" cy="254183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09345" y="1375162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7616" y="2829303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4755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9956" y="3577026"/>
              <a:ext cx="60368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7616" y="5265227"/>
              <a:ext cx="508367" cy="508367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90879" y="5823372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52439" y="6012950"/>
              <a:ext cx="73872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4349" y="2829303"/>
              <a:ext cx="508367" cy="50836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4705" y="338744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6194" y="3577026"/>
              <a:ext cx="102467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4349" y="5265227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62458" y="5823372"/>
              <a:ext cx="35215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4137" y="6012950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09345" y="1643114"/>
              <a:ext cx="6820588" cy="4702393"/>
            </a:xfrm>
            <a:prstGeom prst="rect">
              <a:avLst/>
            </a:prstGeom>
            <a:noFill/>
            <a:ln w="21182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09345" y="1643114"/>
              <a:ext cx="254183" cy="254183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48256" y="169289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448256" y="1882470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15255" y="2130299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342347" y="2180076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15255" y="4650951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342347" y="4700728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342347" y="2448028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2448028"/>
              <a:ext cx="254183" cy="254183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3681258" y="2497806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015721" y="2448028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2448028"/>
              <a:ext cx="254183" cy="254183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354632" y="2497806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447196" y="2448028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2448028"/>
              <a:ext cx="254183" cy="254183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8786108" y="2497806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42347" y="4968680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4968680"/>
              <a:ext cx="254183" cy="254183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3681258" y="5018458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15721" y="4968680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4968680"/>
              <a:ext cx="254183" cy="254183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354632" y="501845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447196" y="4968680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4968680"/>
              <a:ext cx="254183" cy="254183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786108" y="5018458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3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2829303"/>
              <a:ext cx="508367" cy="508367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3480691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5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5265227"/>
              <a:ext cx="508367" cy="508367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480691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86638" y="2532756"/>
              <a:ext cx="1948739" cy="3558568"/>
            </a:xfrm>
            <a:prstGeom prst="rect">
              <a:avLst/>
            </a:prstGeom>
            <a:noFill/>
            <a:ln w="15886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638" y="2532756"/>
              <a:ext cx="254183" cy="254183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625549" y="2582534"/>
              <a:ext cx="198316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2829303"/>
              <a:ext cx="508367" cy="508367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652688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2829303"/>
              <a:ext cx="508367" cy="508367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7669422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4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5265227"/>
              <a:ext cx="508367" cy="508367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652688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6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5265227"/>
              <a:ext cx="508367" cy="508367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7669422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8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2829303"/>
              <a:ext cx="508367" cy="508367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8447858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70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5265227"/>
              <a:ext cx="508367" cy="508367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8447858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2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1304" y="3824855"/>
              <a:ext cx="508367" cy="508367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3888444" y="4382999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855162" y="3824855"/>
              <a:ext cx="508367" cy="74136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5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5162" y="3824855"/>
              <a:ext cx="508367" cy="508367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2882301" y="4382999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948786" y="4079038"/>
              <a:ext cx="1864012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229" y="3862982"/>
              <a:ext cx="100084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405892" y="4079038"/>
              <a:ext cx="4130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4412035" y="4079038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4920402" y="3862982"/>
              <a:ext cx="82609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235377" y="3083487"/>
              <a:ext cx="550731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8443225" y="2878022"/>
              <a:ext cx="38921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4" name="Freeform 83"/>
            <p:cNvSpPr/>
            <p:nvPr/>
          </p:nvSpPr>
          <p:spPr>
            <a:xfrm>
              <a:off x="652239" y="1643114"/>
              <a:ext cx="1323872" cy="2139377"/>
            </a:xfrm>
            <a:custGeom>
              <a:avLst/>
              <a:gdLst/>
              <a:ahLst/>
              <a:cxnLst/>
              <a:rect l="l" t="t" r="r" b="b"/>
              <a:pathLst>
                <a:path w="1323872" h="2139377">
                  <a:moveTo>
                    <a:pt x="0" y="2139377"/>
                  </a:moveTo>
                  <a:lnTo>
                    <a:pt x="0" y="0"/>
                  </a:lnTo>
                  <a:lnTo>
                    <a:pt x="1323872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890536" y="143764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 flipH="1">
              <a:off x="4412035" y="3083487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5169290" y="2878022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 flipH="1">
              <a:off x="4412035" y="5519411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5169290" y="5313946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90" name="Freeform 89"/>
            <p:cNvSpPr/>
            <p:nvPr/>
          </p:nvSpPr>
          <p:spPr>
            <a:xfrm>
              <a:off x="9379202" y="3210578"/>
              <a:ext cx="211820" cy="2181741"/>
            </a:xfrm>
            <a:custGeom>
              <a:avLst/>
              <a:gdLst/>
              <a:ahLst/>
              <a:cxnLst/>
              <a:rect l="l" t="t" r="r" b="b"/>
              <a:pathLst>
                <a:path w="211820" h="2181741">
                  <a:moveTo>
                    <a:pt x="0" y="0"/>
                  </a:moveTo>
                  <a:lnTo>
                    <a:pt x="211820" y="0"/>
                  </a:lnTo>
                  <a:lnTo>
                    <a:pt x="211820" y="2181741"/>
                  </a:lnTo>
                  <a:lnTo>
                    <a:pt x="0" y="2181741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497504" y="4117166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85794" y="935411"/>
            <a:ext cx="11588239" cy="5715000"/>
            <a:chOff x="285794" y="935411"/>
            <a:chExt cx="11588239" cy="57150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9989" y="3687856"/>
              <a:ext cx="504265" cy="504265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85794" y="4241497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46717" y="935411"/>
              <a:ext cx="10127316" cy="5420846"/>
            </a:xfrm>
            <a:prstGeom prst="rect">
              <a:avLst/>
            </a:prstGeom>
            <a:noFill/>
            <a:ln w="21011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46717" y="935411"/>
              <a:ext cx="336176" cy="33617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187949" y="1016829"/>
              <a:ext cx="1132626" cy="204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4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56827" y="1292599"/>
              <a:ext cx="9833162" cy="4979614"/>
            </a:xfrm>
            <a:prstGeom prst="rect">
              <a:avLst/>
            </a:prstGeom>
            <a:noFill/>
            <a:ln w="210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56827" y="1292599"/>
              <a:ext cx="252132" cy="252132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93004" y="1341974"/>
              <a:ext cx="753771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87158" y="1607764"/>
              <a:ext cx="5063658" cy="4580404"/>
            </a:xfrm>
            <a:prstGeom prst="rect">
              <a:avLst/>
            </a:prstGeom>
            <a:noFill/>
            <a:ln w="21011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87158" y="1607764"/>
              <a:ext cx="252132" cy="252132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923335" y="1657140"/>
              <a:ext cx="1663811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923335" y="1845189"/>
              <a:ext cx="107944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797268" y="2091018"/>
              <a:ext cx="4643438" cy="1512794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23335" y="2140394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97268" y="4507286"/>
              <a:ext cx="4643438" cy="1596838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23335" y="4556662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23335" y="2406183"/>
              <a:ext cx="2563346" cy="1113585"/>
            </a:xfrm>
            <a:prstGeom prst="rect">
              <a:avLst/>
            </a:prstGeom>
            <a:noFill/>
            <a:ln w="1575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23335" y="2406183"/>
              <a:ext cx="252132" cy="252132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259511" y="2455559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38812" y="2406183"/>
              <a:ext cx="1575827" cy="1113585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8812" y="2406183"/>
              <a:ext cx="252132" cy="252132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074989" y="2455559"/>
              <a:ext cx="115823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923335" y="4822451"/>
              <a:ext cx="2563346" cy="1197629"/>
            </a:xfrm>
            <a:prstGeom prst="rect">
              <a:avLst/>
            </a:prstGeom>
            <a:noFill/>
            <a:ln w="1575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23335" y="4822451"/>
              <a:ext cx="252132" cy="25213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259511" y="4871827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738812" y="4822451"/>
              <a:ext cx="1575827" cy="1197629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8812" y="4822451"/>
              <a:ext cx="252132" cy="252132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074989" y="4871827"/>
              <a:ext cx="115823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2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72305" y="2700338"/>
              <a:ext cx="504265" cy="504265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698110" y="3253978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4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72305" y="5116606"/>
              <a:ext cx="504265" cy="504265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4698110" y="5670247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6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4594" y="2700338"/>
              <a:ext cx="504265" cy="504265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301514" y="3253978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4594" y="5116606"/>
              <a:ext cx="504265" cy="504265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301514" y="5670247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335026" y="3687856"/>
              <a:ext cx="504265" cy="735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35026" y="3687856"/>
              <a:ext cx="504265" cy="504265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2361946" y="4241497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986993" y="1607764"/>
              <a:ext cx="3718952" cy="4580404"/>
            </a:xfrm>
            <a:prstGeom prst="rect">
              <a:avLst/>
            </a:prstGeom>
            <a:noFill/>
            <a:ln w="21011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86993" y="1607764"/>
              <a:ext cx="252132" cy="252132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23169" y="1657140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23169" y="1845189"/>
              <a:ext cx="107944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197103" y="2091018"/>
              <a:ext cx="3298732" cy="1512794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23169" y="2140394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97103" y="4507286"/>
              <a:ext cx="3298732" cy="1596838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323169" y="4556662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8323169" y="2406183"/>
              <a:ext cx="3088621" cy="1113585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2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23169" y="2406183"/>
              <a:ext cx="252132" cy="252132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659346" y="2455559"/>
              <a:ext cx="1764926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323169" y="4822451"/>
              <a:ext cx="3088621" cy="1197629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5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23169" y="4822451"/>
              <a:ext cx="252132" cy="252132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8659346" y="4871827"/>
              <a:ext cx="1764926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0025062" y="2490227"/>
              <a:ext cx="1302684" cy="3445809"/>
            </a:xfrm>
            <a:prstGeom prst="rect">
              <a:avLst/>
            </a:prstGeom>
            <a:noFill/>
            <a:ln w="15758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25062" y="2490227"/>
              <a:ext cx="252132" cy="252132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361239" y="2539603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39438" y="2700338"/>
              <a:ext cx="504265" cy="504265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42261" y="3253978"/>
              <a:ext cx="698617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39438" y="5116606"/>
              <a:ext cx="504265" cy="504265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10642261" y="5670247"/>
              <a:ext cx="698617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4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91257" y="3687856"/>
              <a:ext cx="504265" cy="504265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8467620" y="4241497"/>
              <a:ext cx="551540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6" name="Freeform 65"/>
            <p:cNvSpPr/>
            <p:nvPr/>
          </p:nvSpPr>
          <p:spPr>
            <a:xfrm>
              <a:off x="2881312" y="2952470"/>
              <a:ext cx="1848971" cy="987518"/>
            </a:xfrm>
            <a:custGeom>
              <a:avLst/>
              <a:gdLst/>
              <a:ahLst/>
              <a:cxnLst/>
              <a:rect l="l" t="t" r="r" b="b"/>
              <a:pathLst>
                <a:path w="1848971" h="987518">
                  <a:moveTo>
                    <a:pt x="0" y="987518"/>
                  </a:moveTo>
                  <a:lnTo>
                    <a:pt x="1638861" y="987518"/>
                  </a:lnTo>
                  <a:lnTo>
                    <a:pt x="1638861" y="0"/>
                  </a:lnTo>
                  <a:lnTo>
                    <a:pt x="1848971" y="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2881312" y="3939988"/>
              <a:ext cx="1848971" cy="1428750"/>
            </a:xfrm>
            <a:custGeom>
              <a:avLst/>
              <a:gdLst/>
              <a:ahLst/>
              <a:cxnLst/>
              <a:rect l="l" t="t" r="r" b="b"/>
              <a:pathLst>
                <a:path w="1848971" h="1428750">
                  <a:moveTo>
                    <a:pt x="0" y="0"/>
                  </a:moveTo>
                  <a:lnTo>
                    <a:pt x="1638861" y="0"/>
                  </a:lnTo>
                  <a:lnTo>
                    <a:pt x="1638861" y="1428750"/>
                  </a:lnTo>
                  <a:lnTo>
                    <a:pt x="1848971" y="142875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5318592" y="2952470"/>
              <a:ext cx="913980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5318592" y="5368738"/>
              <a:ext cx="913980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0" name="Freeform 69"/>
            <p:cNvSpPr/>
            <p:nvPr/>
          </p:nvSpPr>
          <p:spPr>
            <a:xfrm>
              <a:off x="5024438" y="3477746"/>
              <a:ext cx="3424797" cy="378198"/>
            </a:xfrm>
            <a:custGeom>
              <a:avLst/>
              <a:gdLst/>
              <a:ahLst/>
              <a:cxnLst/>
              <a:rect l="l" t="t" r="r" b="b"/>
              <a:pathLst>
                <a:path w="3424797" h="378198">
                  <a:moveTo>
                    <a:pt x="3424797" y="378198"/>
                  </a:moveTo>
                  <a:lnTo>
                    <a:pt x="0" y="378198"/>
                  </a:lnTo>
                  <a:lnTo>
                    <a:pt x="0" y="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Freeform 70"/>
            <p:cNvSpPr/>
            <p:nvPr/>
          </p:nvSpPr>
          <p:spPr>
            <a:xfrm>
              <a:off x="5024438" y="4024032"/>
              <a:ext cx="3424797" cy="1050552"/>
            </a:xfrm>
            <a:custGeom>
              <a:avLst/>
              <a:gdLst/>
              <a:ahLst/>
              <a:cxnLst/>
              <a:rect l="l" t="t" r="r" b="b"/>
              <a:pathLst>
                <a:path w="3424797" h="1050552">
                  <a:moveTo>
                    <a:pt x="3424797" y="0"/>
                  </a:moveTo>
                  <a:lnTo>
                    <a:pt x="0" y="0"/>
                  </a:lnTo>
                  <a:lnTo>
                    <a:pt x="0" y="1050552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9037544" y="3939988"/>
              <a:ext cx="966507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8937742" y="3988314"/>
              <a:ext cx="116611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3595687" y="368785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94374" y="371517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7713849" y="3603812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712536" y="3631126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9415743" y="368785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414429" y="371517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5890" y="2700338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4577" y="2727652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2" name="Oval 81"/>
            <p:cNvSpPr/>
            <p:nvPr/>
          </p:nvSpPr>
          <p:spPr>
            <a:xfrm>
              <a:off x="5885890" y="511660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84577" y="514392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906276" y="3939988"/>
              <a:ext cx="1386728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5" name="TextBox 84"/>
            <p:cNvSpPr txBox="1"/>
            <p:nvPr/>
          </p:nvSpPr>
          <p:spPr>
            <a:xfrm>
              <a:off x="809100" y="3725676"/>
              <a:ext cx="992771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6" name="Oval 85"/>
            <p:cNvSpPr/>
            <p:nvPr/>
          </p:nvSpPr>
          <p:spPr>
            <a:xfrm>
              <a:off x="1746717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745404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040871" y="6467615"/>
              <a:ext cx="2600115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9" name="Oval 88"/>
            <p:cNvSpPr/>
            <p:nvPr/>
          </p:nvSpPr>
          <p:spPr>
            <a:xfrm>
              <a:off x="4230221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228907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524375" y="6467615"/>
              <a:ext cx="1237024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2" name="Oval 91"/>
            <p:cNvSpPr/>
            <p:nvPr/>
          </p:nvSpPr>
          <p:spPr>
            <a:xfrm>
              <a:off x="5623252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621939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5917406" y="6467615"/>
              <a:ext cx="3852898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9108982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107668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403136" y="6467615"/>
              <a:ext cx="1150354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98670" y="1157080"/>
            <a:ext cx="11590772" cy="5420968"/>
            <a:chOff x="398670" y="1157080"/>
            <a:chExt cx="11590772" cy="5420968"/>
          </a:xfrm>
        </p:grpSpPr>
        <p:sp>
          <p:nvSpPr>
            <p:cNvPr id="4" name="Rectangle 3"/>
            <p:cNvSpPr/>
            <p:nvPr/>
          </p:nvSpPr>
          <p:spPr>
            <a:xfrm>
              <a:off x="398670" y="3070363"/>
              <a:ext cx="1658178" cy="1403074"/>
            </a:xfrm>
            <a:prstGeom prst="rect">
              <a:avLst/>
            </a:prstGeom>
            <a:noFill/>
            <a:ln w="21259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670" y="3070363"/>
              <a:ext cx="255104" cy="255104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38809" y="3120321"/>
              <a:ext cx="127419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7689" y="3431761"/>
              <a:ext cx="510209" cy="51020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9928" y="3991927"/>
              <a:ext cx="1785730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5173" y="4182193"/>
              <a:ext cx="135524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18246" y="3431761"/>
              <a:ext cx="510209" cy="510209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189715" y="3991927"/>
              <a:ext cx="96727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10415" y="3686865"/>
              <a:ext cx="765313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2970972" y="3686865"/>
              <a:ext cx="531467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2953699" y="3735760"/>
              <a:ext cx="566013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544957" y="3431761"/>
              <a:ext cx="510209" cy="510209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2907196" y="3991927"/>
              <a:ext cx="1785730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097683" y="3686865"/>
              <a:ext cx="1892024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4631807" y="3714502"/>
              <a:ext cx="135524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VPN attachment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544115" y="1157080"/>
              <a:ext cx="7249215" cy="5123346"/>
            </a:xfrm>
            <a:prstGeom prst="rect">
              <a:avLst/>
            </a:prstGeom>
            <a:noFill/>
            <a:ln w="21259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544115" y="1157080"/>
              <a:ext cx="340139" cy="340139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4990548" y="1239458"/>
              <a:ext cx="1145977" cy="2072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5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629150" y="1582254"/>
              <a:ext cx="3210063" cy="4613137"/>
            </a:xfrm>
            <a:prstGeom prst="rect">
              <a:avLst/>
            </a:prstGeom>
            <a:noFill/>
            <a:ln w="2125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29150" y="1582254"/>
              <a:ext cx="255104" cy="255104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4969289" y="1632212"/>
              <a:ext cx="229726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32224" y="3431761"/>
              <a:ext cx="510209" cy="510209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343309" y="3991927"/>
              <a:ext cx="188803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969289" y="2007428"/>
              <a:ext cx="510209" cy="510209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4536143" y="2567595"/>
              <a:ext cx="137650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678311" y="2757860"/>
              <a:ext cx="109216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3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095159" y="2007428"/>
              <a:ext cx="510209" cy="510209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866628" y="2567595"/>
              <a:ext cx="96727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804180" y="2757860"/>
              <a:ext cx="109216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3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969289" y="4856093"/>
              <a:ext cx="510209" cy="510209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791912" y="5416260"/>
              <a:ext cx="86496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678311" y="5606525"/>
              <a:ext cx="109216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095159" y="4856093"/>
              <a:ext cx="510209" cy="510209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866628" y="5416260"/>
              <a:ext cx="96727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804180" y="5606525"/>
              <a:ext cx="109216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pic>
          <p:nvPicPr>
            <p:cNvPr id="39" name="Amazon-Route-53_Route-Table" descr="Amazon Route 53_Route Tabl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032224" y="4856093"/>
              <a:ext cx="510209" cy="510209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803693" y="5416260"/>
              <a:ext cx="96727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 RT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510057" y="5606525"/>
              <a:ext cx="155454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VPC·VPN 경로 전파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223065" y="5776595"/>
              <a:ext cx="2128527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10.16.0.0/13 → peering</a:t>
              </a:r>
            </a:p>
          </p:txBody>
        </p:sp>
        <p:sp>
          <p:nvSpPr>
            <p:cNvPr id="43" name="Freeform 42"/>
            <p:cNvSpPr/>
            <p:nvPr/>
          </p:nvSpPr>
          <p:spPr>
            <a:xfrm>
              <a:off x="5224393" y="2964070"/>
              <a:ext cx="956642" cy="425173"/>
            </a:xfrm>
            <a:custGeom>
              <a:avLst/>
              <a:gdLst/>
              <a:ahLst/>
              <a:cxnLst/>
              <a:rect l="l" t="t" r="r" b="b"/>
              <a:pathLst>
                <a:path w="956642" h="425173">
                  <a:moveTo>
                    <a:pt x="956642" y="425173"/>
                  </a:moveTo>
                  <a:lnTo>
                    <a:pt x="956642" y="297621"/>
                  </a:lnTo>
                  <a:lnTo>
                    <a:pt x="0" y="297621"/>
                  </a:lnTo>
                  <a:lnTo>
                    <a:pt x="0" y="0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Freeform 43"/>
            <p:cNvSpPr/>
            <p:nvPr/>
          </p:nvSpPr>
          <p:spPr>
            <a:xfrm>
              <a:off x="6393622" y="2964070"/>
              <a:ext cx="956641" cy="425173"/>
            </a:xfrm>
            <a:custGeom>
              <a:avLst/>
              <a:gdLst/>
              <a:ahLst/>
              <a:cxnLst/>
              <a:rect l="l" t="t" r="r" b="b"/>
              <a:pathLst>
                <a:path w="956641" h="425173">
                  <a:moveTo>
                    <a:pt x="0" y="425173"/>
                  </a:moveTo>
                  <a:lnTo>
                    <a:pt x="0" y="297621"/>
                  </a:lnTo>
                  <a:lnTo>
                    <a:pt x="956641" y="297621"/>
                  </a:lnTo>
                  <a:lnTo>
                    <a:pt x="956641" y="0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5224393" y="4218333"/>
              <a:ext cx="956642" cy="595243"/>
            </a:xfrm>
            <a:custGeom>
              <a:avLst/>
              <a:gdLst/>
              <a:ahLst/>
              <a:cxnLst/>
              <a:rect l="l" t="t" r="r" b="b"/>
              <a:pathLst>
                <a:path w="956642" h="595243">
                  <a:moveTo>
                    <a:pt x="956642" y="0"/>
                  </a:moveTo>
                  <a:lnTo>
                    <a:pt x="956642" y="297621"/>
                  </a:lnTo>
                  <a:lnTo>
                    <a:pt x="0" y="297621"/>
                  </a:lnTo>
                  <a:lnTo>
                    <a:pt x="0" y="595243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6393622" y="4218333"/>
              <a:ext cx="956641" cy="595243"/>
            </a:xfrm>
            <a:custGeom>
              <a:avLst/>
              <a:gdLst/>
              <a:ahLst/>
              <a:cxnLst/>
              <a:rect l="l" t="t" r="r" b="b"/>
              <a:pathLst>
                <a:path w="956641" h="595243">
                  <a:moveTo>
                    <a:pt x="0" y="0"/>
                  </a:moveTo>
                  <a:lnTo>
                    <a:pt x="0" y="297621"/>
                  </a:lnTo>
                  <a:lnTo>
                    <a:pt x="956641" y="297621"/>
                  </a:lnTo>
                  <a:lnTo>
                    <a:pt x="956641" y="595243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099499" y="3055482"/>
              <a:ext cx="135524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attachment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6584950" y="3686865"/>
              <a:ext cx="1679437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9" name="Connector 48"/>
            <p:cNvCxnSpPr/>
            <p:nvPr/>
          </p:nvCxnSpPr>
          <p:spPr>
            <a:xfrm>
              <a:off x="8859630" y="3686865"/>
              <a:ext cx="1275522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0" name="Amazon-VPC_Peering-Connection" descr="Amazon VPC_Peering Connection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306904" y="3431761"/>
              <a:ext cx="510209" cy="510209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924912" y="3991927"/>
              <a:ext cx="127419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709004" y="4182193"/>
              <a:ext cx="1706010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peering attachment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284804" y="1582254"/>
              <a:ext cx="2423491" cy="4613137"/>
            </a:xfrm>
            <a:prstGeom prst="rect">
              <a:avLst/>
            </a:prstGeom>
            <a:noFill/>
            <a:ln w="2125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4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84804" y="1582254"/>
              <a:ext cx="255104" cy="255104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9624943" y="1632212"/>
              <a:ext cx="229726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56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77670" y="3431761"/>
              <a:ext cx="510209" cy="510209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9488755" y="3991927"/>
              <a:ext cx="188803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58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539909" y="2007428"/>
              <a:ext cx="510209" cy="510209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413685" y="2567595"/>
              <a:ext cx="762656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9205084" y="2757860"/>
              <a:ext cx="1179858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61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815430" y="2007428"/>
              <a:ext cx="510209" cy="510209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10331131" y="2567595"/>
              <a:ext cx="147880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0480606" y="2757860"/>
              <a:ext cx="1179858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pic>
          <p:nvPicPr>
            <p:cNvPr id="64" name="Amazon-Route-53_Route-Table" descr="Amazon Route 53_Route Tabl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177670" y="4856093"/>
              <a:ext cx="510209" cy="510209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9949139" y="5416260"/>
              <a:ext cx="96727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B RT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9830887" y="5606525"/>
              <a:ext cx="120377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경로 전파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9141308" y="5776595"/>
              <a:ext cx="258293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10.0.0.0/13 · 192.168.0.0/16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9938509" y="5946665"/>
              <a:ext cx="988529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→ peering</a:t>
              </a:r>
            </a:p>
          </p:txBody>
        </p:sp>
        <p:sp>
          <p:nvSpPr>
            <p:cNvPr id="69" name="Freeform 68"/>
            <p:cNvSpPr/>
            <p:nvPr/>
          </p:nvSpPr>
          <p:spPr>
            <a:xfrm>
              <a:off x="9795013" y="2964070"/>
              <a:ext cx="531467" cy="425173"/>
            </a:xfrm>
            <a:custGeom>
              <a:avLst/>
              <a:gdLst/>
              <a:ahLst/>
              <a:cxnLst/>
              <a:rect l="l" t="t" r="r" b="b"/>
              <a:pathLst>
                <a:path w="531467" h="425173">
                  <a:moveTo>
                    <a:pt x="531467" y="425173"/>
                  </a:moveTo>
                  <a:lnTo>
                    <a:pt x="531467" y="297621"/>
                  </a:lnTo>
                  <a:lnTo>
                    <a:pt x="0" y="297621"/>
                  </a:lnTo>
                  <a:lnTo>
                    <a:pt x="0" y="0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Freeform 69"/>
            <p:cNvSpPr/>
            <p:nvPr/>
          </p:nvSpPr>
          <p:spPr>
            <a:xfrm>
              <a:off x="10539067" y="2964070"/>
              <a:ext cx="531468" cy="425173"/>
            </a:xfrm>
            <a:custGeom>
              <a:avLst/>
              <a:gdLst/>
              <a:ahLst/>
              <a:cxnLst/>
              <a:rect l="l" t="t" r="r" b="b"/>
              <a:pathLst>
                <a:path w="531468" h="425173">
                  <a:moveTo>
                    <a:pt x="0" y="425173"/>
                  </a:moveTo>
                  <a:lnTo>
                    <a:pt x="0" y="297621"/>
                  </a:lnTo>
                  <a:lnTo>
                    <a:pt x="531468" y="297621"/>
                  </a:lnTo>
                  <a:lnTo>
                    <a:pt x="531468" y="0"/>
                  </a:lnTo>
                </a:path>
              </a:pathLst>
            </a:custGeom>
            <a:noFill/>
            <a:ln w="1594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3130412" y="34317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129083" y="34593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3" name="Oval 72"/>
            <p:cNvSpPr/>
            <p:nvPr/>
          </p:nvSpPr>
          <p:spPr>
            <a:xfrm>
              <a:off x="5203135" y="34317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5201806" y="34593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5" name="Oval 74"/>
            <p:cNvSpPr/>
            <p:nvPr/>
          </p:nvSpPr>
          <p:spPr>
            <a:xfrm>
              <a:off x="7966765" y="34317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965437" y="34593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7" name="Oval 76"/>
            <p:cNvSpPr/>
            <p:nvPr/>
          </p:nvSpPr>
          <p:spPr>
            <a:xfrm>
              <a:off x="9954453" y="3006587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953125" y="3034223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79" name="Oval 78"/>
            <p:cNvSpPr/>
            <p:nvPr/>
          </p:nvSpPr>
          <p:spPr>
            <a:xfrm>
              <a:off x="4544115" y="63654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4542787" y="63930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841737" y="6393097"/>
              <a:ext cx="2128527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CGW → VPN (IPsec, BGP)</a:t>
              </a:r>
            </a:p>
          </p:txBody>
        </p:sp>
        <p:sp>
          <p:nvSpPr>
            <p:cNvPr id="82" name="Oval 81"/>
            <p:cNvSpPr/>
            <p:nvPr/>
          </p:nvSpPr>
          <p:spPr>
            <a:xfrm>
              <a:off x="6655104" y="63654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653775" y="63930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952725" y="6393097"/>
              <a:ext cx="116391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VPN → TGW A</a:t>
              </a:r>
            </a:p>
          </p:txBody>
        </p:sp>
        <p:sp>
          <p:nvSpPr>
            <p:cNvPr id="85" name="Oval 84"/>
            <p:cNvSpPr/>
            <p:nvPr/>
          </p:nvSpPr>
          <p:spPr>
            <a:xfrm>
              <a:off x="7994402" y="63654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7993073" y="63930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8292023" y="6393097"/>
              <a:ext cx="2327827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A → TGW B (정적 경로)</a:t>
              </a:r>
            </a:p>
          </p:txBody>
        </p:sp>
        <p:sp>
          <p:nvSpPr>
            <p:cNvPr id="88" name="Oval 87"/>
            <p:cNvSpPr/>
            <p:nvPr/>
          </p:nvSpPr>
          <p:spPr>
            <a:xfrm>
              <a:off x="10264830" y="6365461"/>
              <a:ext cx="212587" cy="21258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0263502" y="6393097"/>
              <a:ext cx="21524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562452" y="6393097"/>
              <a:ext cx="1426990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B → DR VPC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16177" y="935567"/>
            <a:ext cx="11785864" cy="5715000"/>
            <a:chOff x="316177" y="935567"/>
            <a:chExt cx="11785864" cy="5715000"/>
          </a:xfrm>
        </p:grpSpPr>
        <p:sp>
          <p:nvSpPr>
            <p:cNvPr id="4" name="Rectangle 3"/>
            <p:cNvSpPr/>
            <p:nvPr/>
          </p:nvSpPr>
          <p:spPr>
            <a:xfrm>
              <a:off x="317500" y="935567"/>
              <a:ext cx="10752667" cy="5376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9355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20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29167" y="1295400"/>
              <a:ext cx="10329333" cy="4931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9167" y="12954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867833" y="13451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8500" y="1930400"/>
              <a:ext cx="1481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19304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37167" y="1980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37167" y="2169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25500" y="2417233"/>
              <a:ext cx="1227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2417233"/>
              <a:ext cx="254000" cy="254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164167" y="246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7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85333" y="2713567"/>
              <a:ext cx="508000" cy="508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212453" y="3271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00" y="4364567"/>
              <a:ext cx="1481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4364567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1037167" y="4414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37167" y="460375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25500" y="4851400"/>
              <a:ext cx="1227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4851400"/>
              <a:ext cx="254000" cy="254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64167" y="490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85333" y="5147733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1212453" y="570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8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29000" y="3708400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6120" y="426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30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2713567"/>
              <a:ext cx="508000" cy="5080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3048661" y="3271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024188" y="3460750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3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5147733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3201458" y="570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726531" y="5894917"/>
              <a:ext cx="1912937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6" name="Freeform 35"/>
            <p:cNvSpPr/>
            <p:nvPr/>
          </p:nvSpPr>
          <p:spPr>
            <a:xfrm>
              <a:off x="2222500" y="2967567"/>
              <a:ext cx="1164167" cy="910166"/>
            </a:xfrm>
            <a:custGeom>
              <a:avLst/>
              <a:gdLst/>
              <a:ahLst/>
              <a:cxnLst/>
              <a:rect l="l" t="t" r="r" b="b"/>
              <a:pathLst>
                <a:path w="1164167" h="910166">
                  <a:moveTo>
                    <a:pt x="0" y="0"/>
                  </a:moveTo>
                  <a:lnTo>
                    <a:pt x="931333" y="0"/>
                  </a:lnTo>
                  <a:lnTo>
                    <a:pt x="931333" y="910166"/>
                  </a:lnTo>
                  <a:lnTo>
                    <a:pt x="1164167" y="91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2222500" y="4047067"/>
              <a:ext cx="1164167" cy="1354666"/>
            </a:xfrm>
            <a:custGeom>
              <a:avLst/>
              <a:gdLst/>
              <a:ahLst/>
              <a:cxnLst/>
              <a:rect l="l" t="t" r="r" b="b"/>
              <a:pathLst>
                <a:path w="1164167" h="1354666">
                  <a:moveTo>
                    <a:pt x="0" y="1354666"/>
                  </a:moveTo>
                  <a:lnTo>
                    <a:pt x="931333" y="1354666"/>
                  </a:lnTo>
                  <a:lnTo>
                    <a:pt x="931333" y="0"/>
                  </a:lnTo>
                  <a:lnTo>
                    <a:pt x="1164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098146" y="27622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attachment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508500" y="1612900"/>
              <a:ext cx="5926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08500" y="1612900"/>
              <a:ext cx="254000" cy="254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4847167" y="1662642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47167" y="1852083"/>
              <a:ext cx="1262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100.64.0.0/16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77833" y="2099733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804833" y="21494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677833" y="453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804833" y="458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04833" y="2417233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24172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143500" y="246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371167" y="2417233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2417233"/>
              <a:ext cx="254000" cy="254000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6709833" y="2466975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106833" y="2417233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4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2417233"/>
              <a:ext cx="254000" cy="254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8445500" y="24669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804833" y="485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4851400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5143500" y="490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371167" y="485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0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4851400"/>
              <a:ext cx="254000" cy="254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709833" y="490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8106833" y="485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3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4851400"/>
              <a:ext cx="254000" cy="254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8445500" y="490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5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2713567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5093891" y="32713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7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27135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235568" y="3271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9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2713567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213328" y="3271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5147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5093891" y="570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7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5147733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235568" y="570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5147733"/>
              <a:ext cx="508000" cy="5080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8213328" y="570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7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21500" y="3708400"/>
              <a:ext cx="508000" cy="508000"/>
            </a:xfrm>
            <a:prstGeom prst="rect">
              <a:avLst/>
            </a:prstGeom>
          </p:spPr>
        </p:pic>
        <p:sp>
          <p:nvSpPr>
            <p:cNvPr id="78" name="TextBox 77"/>
            <p:cNvSpPr txBox="1"/>
            <p:nvPr/>
          </p:nvSpPr>
          <p:spPr>
            <a:xfrm>
              <a:off x="6082771" y="4266142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0181167" y="3708400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0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81167" y="3708400"/>
              <a:ext cx="508000" cy="508000"/>
            </a:xfrm>
            <a:prstGeom prst="rect">
              <a:avLst/>
            </a:prstGeom>
          </p:spPr>
        </p:pic>
        <p:sp>
          <p:nvSpPr>
            <p:cNvPr id="81" name="TextBox 80"/>
            <p:cNvSpPr txBox="1"/>
            <p:nvPr/>
          </p:nvSpPr>
          <p:spPr>
            <a:xfrm>
              <a:off x="10208286" y="426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82" name="Freeform 81"/>
            <p:cNvSpPr/>
            <p:nvPr/>
          </p:nvSpPr>
          <p:spPr>
            <a:xfrm>
              <a:off x="3979333" y="2967567"/>
              <a:ext cx="1248834" cy="910166"/>
            </a:xfrm>
            <a:custGeom>
              <a:avLst/>
              <a:gdLst/>
              <a:ahLst/>
              <a:cxnLst/>
              <a:rect l="l" t="t" r="r" b="b"/>
              <a:pathLst>
                <a:path w="1248834" h="910166">
                  <a:moveTo>
                    <a:pt x="0" y="910166"/>
                  </a:moveTo>
                  <a:lnTo>
                    <a:pt x="359834" y="910166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Freeform 82"/>
            <p:cNvSpPr/>
            <p:nvPr/>
          </p:nvSpPr>
          <p:spPr>
            <a:xfrm>
              <a:off x="3979333" y="4047067"/>
              <a:ext cx="1248834" cy="1354666"/>
            </a:xfrm>
            <a:custGeom>
              <a:avLst/>
              <a:gdLst/>
              <a:ahLst/>
              <a:cxnLst/>
              <a:rect l="l" t="t" r="r" b="b"/>
              <a:pathLst>
                <a:path w="1248834" h="1354666">
                  <a:moveTo>
                    <a:pt x="0" y="0"/>
                  </a:moveTo>
                  <a:lnTo>
                    <a:pt x="359834" y="0"/>
                  </a:lnTo>
                  <a:lnTo>
                    <a:pt x="359834" y="1354666"/>
                  </a:lnTo>
                  <a:lnTo>
                    <a:pt x="1248834" y="13546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5820833" y="2967567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5820833" y="540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6" name="Connector 85"/>
            <p:cNvCxnSpPr/>
            <p:nvPr/>
          </p:nvCxnSpPr>
          <p:spPr>
            <a:xfrm>
              <a:off x="7471833" y="2967567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7" name="Connector 86"/>
            <p:cNvCxnSpPr/>
            <p:nvPr/>
          </p:nvCxnSpPr>
          <p:spPr>
            <a:xfrm>
              <a:off x="7471833" y="540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8" name="Freeform 87"/>
            <p:cNvSpPr/>
            <p:nvPr/>
          </p:nvSpPr>
          <p:spPr>
            <a:xfrm>
              <a:off x="9144000" y="2967567"/>
              <a:ext cx="994833" cy="994833"/>
            </a:xfrm>
            <a:custGeom>
              <a:avLst/>
              <a:gdLst/>
              <a:ahLst/>
              <a:cxnLst/>
              <a:rect l="l" t="t" r="r" b="b"/>
              <a:pathLst>
                <a:path w="994833" h="994833">
                  <a:moveTo>
                    <a:pt x="0" y="0"/>
                  </a:moveTo>
                  <a:lnTo>
                    <a:pt x="698500" y="0"/>
                  </a:lnTo>
                  <a:lnTo>
                    <a:pt x="698500" y="994833"/>
                  </a:lnTo>
                  <a:lnTo>
                    <a:pt x="994833" y="9948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Freeform 88"/>
            <p:cNvSpPr/>
            <p:nvPr/>
          </p:nvSpPr>
          <p:spPr>
            <a:xfrm>
              <a:off x="9144000" y="3962400"/>
              <a:ext cx="698500" cy="1439333"/>
            </a:xfrm>
            <a:custGeom>
              <a:avLst/>
              <a:gdLst/>
              <a:ahLst/>
              <a:cxnLst/>
              <a:rect l="l" t="t" r="r" b="b"/>
              <a:pathLst>
                <a:path w="698500" h="1439333">
                  <a:moveTo>
                    <a:pt x="0" y="1439333"/>
                  </a:moveTo>
                  <a:lnTo>
                    <a:pt x="698500" y="1439333"/>
                  </a:lnTo>
                  <a:lnTo>
                    <a:pt x="698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90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66500" y="3708400"/>
              <a:ext cx="508000" cy="508000"/>
            </a:xfrm>
            <a:prstGeom prst="rect">
              <a:avLst/>
            </a:prstGeom>
          </p:spPr>
        </p:pic>
        <p:sp>
          <p:nvSpPr>
            <p:cNvPr id="91" name="TextBox 90"/>
            <p:cNvSpPr txBox="1"/>
            <p:nvPr/>
          </p:nvSpPr>
          <p:spPr>
            <a:xfrm>
              <a:off x="11138958" y="4266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92" name="Connector 91"/>
            <p:cNvCxnSpPr/>
            <p:nvPr/>
          </p:nvCxnSpPr>
          <p:spPr>
            <a:xfrm>
              <a:off x="10731500" y="3962400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93" name="Oval 92"/>
            <p:cNvSpPr/>
            <p:nvPr/>
          </p:nvSpPr>
          <p:spPr>
            <a:xfrm>
              <a:off x="3164417" y="3623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3163094" y="3651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4053417" y="3623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4052094" y="3651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6519333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518010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7620000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7618677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01" name="Oval 100"/>
            <p:cNvSpPr/>
            <p:nvPr/>
          </p:nvSpPr>
          <p:spPr>
            <a:xfrm>
              <a:off x="9260417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9259094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03" name="Oval 102"/>
            <p:cNvSpPr/>
            <p:nvPr/>
          </p:nvSpPr>
          <p:spPr>
            <a:xfrm>
              <a:off x="3175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3161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613833" y="6466417"/>
              <a:ext cx="984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6" name="Oval 105"/>
            <p:cNvSpPr/>
            <p:nvPr/>
          </p:nvSpPr>
          <p:spPr>
            <a:xfrm>
              <a:off x="15113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5099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807633" y="6466417"/>
              <a:ext cx="41830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9" name="Oval 108"/>
            <p:cNvSpPr/>
            <p:nvPr/>
          </p:nvSpPr>
          <p:spPr>
            <a:xfrm>
              <a:off x="526415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526282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5560483" y="646641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12" name="Oval 111"/>
            <p:cNvSpPr/>
            <p:nvPr/>
          </p:nvSpPr>
          <p:spPr>
            <a:xfrm>
              <a:off x="87376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87362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9033933" y="6466417"/>
              <a:ext cx="209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5" name="Oval 114"/>
            <p:cNvSpPr/>
            <p:nvPr/>
          </p:nvSpPr>
          <p:spPr>
            <a:xfrm>
              <a:off x="108204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8190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11116733" y="6466417"/>
              <a:ext cx="984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2026-10-23T11:26:06Z</dcterms:created>
  <dcterms:modified xsi:type="dcterms:W3CDTF">2026-10-23T11:26:06Z</dcterms:modified>
  <cp:category/>
</cp:coreProperties>
</file>